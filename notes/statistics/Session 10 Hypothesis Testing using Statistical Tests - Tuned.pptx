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302" r:id="rId4"/>
    <p:sldId id="334" r:id="rId5"/>
    <p:sldId id="324" r:id="rId6"/>
    <p:sldId id="331" r:id="rId7"/>
    <p:sldId id="290" r:id="rId8"/>
    <p:sldId id="335" r:id="rId9"/>
    <p:sldId id="310" r:id="rId10"/>
    <p:sldId id="343" r:id="rId11"/>
    <p:sldId id="344" r:id="rId12"/>
    <p:sldId id="345" r:id="rId13"/>
    <p:sldId id="346" r:id="rId14"/>
    <p:sldId id="347" r:id="rId15"/>
    <p:sldId id="358" r:id="rId16"/>
    <p:sldId id="359" r:id="rId17"/>
    <p:sldId id="348" r:id="rId18"/>
    <p:sldId id="349" r:id="rId19"/>
    <p:sldId id="350" r:id="rId20"/>
    <p:sldId id="351" r:id="rId21"/>
    <p:sldId id="352" r:id="rId22"/>
    <p:sldId id="353" r:id="rId23"/>
    <p:sldId id="354" r:id="rId24"/>
    <p:sldId id="355" r:id="rId25"/>
    <p:sldId id="356" r:id="rId26"/>
    <p:sldId id="357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166" userDrawn="1">
          <p15:clr>
            <a:srgbClr val="A4A3A4"/>
          </p15:clr>
        </p15:guide>
        <p15:guide id="4" pos="75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2FBCC2-7210-48C7-8DE3-7C6CE7A5C9CC}" v="61" dt="2025-11-01T05:20:48.4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71" autoAdjust="0"/>
    <p:restoredTop sz="94660"/>
  </p:normalViewPr>
  <p:slideViewPr>
    <p:cSldViewPr snapToGrid="0" showGuides="1">
      <p:cViewPr varScale="1">
        <p:scale>
          <a:sx n="92" d="100"/>
          <a:sy n="92" d="100"/>
        </p:scale>
        <p:origin x="420" y="36"/>
      </p:cViewPr>
      <p:guideLst>
        <p:guide orient="horz" pos="2160"/>
        <p:guide pos="3840"/>
        <p:guide pos="166"/>
        <p:guide pos="75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kash Singh" userId="75c4977ca9f66ea5" providerId="LiveId" clId="{E662B69C-3255-4899-BB94-F0DF42536EA4}"/>
    <pc:docChg chg="custSel addSld modSld">
      <pc:chgData name="Vikash Singh" userId="75c4977ca9f66ea5" providerId="LiveId" clId="{E662B69C-3255-4899-BB94-F0DF42536EA4}" dt="2025-11-01T05:27:26.423" v="318" actId="20577"/>
      <pc:docMkLst>
        <pc:docMk/>
      </pc:docMkLst>
      <pc:sldChg chg="addSp delSp modSp mod">
        <pc:chgData name="Vikash Singh" userId="75c4977ca9f66ea5" providerId="LiveId" clId="{E662B69C-3255-4899-BB94-F0DF42536EA4}" dt="2025-11-01T04:58:56.374" v="15" actId="9405"/>
        <pc:sldMkLst>
          <pc:docMk/>
          <pc:sldMk cId="521482655" sldId="290"/>
        </pc:sldMkLst>
        <pc:grpChg chg="del mod">
          <ac:chgData name="Vikash Singh" userId="75c4977ca9f66ea5" providerId="LiveId" clId="{E662B69C-3255-4899-BB94-F0DF42536EA4}" dt="2025-11-01T04:58:32.979" v="6"/>
          <ac:grpSpMkLst>
            <pc:docMk/>
            <pc:sldMk cId="521482655" sldId="290"/>
            <ac:grpSpMk id="7" creationId="{413E7533-2381-353E-4A5B-BD8DA237D63A}"/>
          </ac:grpSpMkLst>
        </pc:grpChg>
        <pc:grpChg chg="del mod">
          <ac:chgData name="Vikash Singh" userId="75c4977ca9f66ea5" providerId="LiveId" clId="{E662B69C-3255-4899-BB94-F0DF42536EA4}" dt="2025-11-01T04:58:35.343" v="9"/>
          <ac:grpSpMkLst>
            <pc:docMk/>
            <pc:sldMk cId="521482655" sldId="290"/>
            <ac:grpSpMk id="12" creationId="{1CFD05C5-5291-444D-F3E8-8C32D0CFEF9D}"/>
          </ac:grpSpMkLst>
        </pc:grpChg>
        <pc:grpChg chg="del mod">
          <ac:chgData name="Vikash Singh" userId="75c4977ca9f66ea5" providerId="LiveId" clId="{E662B69C-3255-4899-BB94-F0DF42536EA4}" dt="2025-11-01T04:58:41.656" v="13"/>
          <ac:grpSpMkLst>
            <pc:docMk/>
            <pc:sldMk cId="521482655" sldId="290"/>
            <ac:grpSpMk id="15" creationId="{B8B57421-DAE3-A8BB-241D-8306B42F907D}"/>
          </ac:grpSpMkLst>
        </pc:grpChg>
        <pc:grpChg chg="mod">
          <ac:chgData name="Vikash Singh" userId="75c4977ca9f66ea5" providerId="LiveId" clId="{E662B69C-3255-4899-BB94-F0DF42536EA4}" dt="2025-11-01T04:58:41.656" v="13"/>
          <ac:grpSpMkLst>
            <pc:docMk/>
            <pc:sldMk cId="521482655" sldId="290"/>
            <ac:grpSpMk id="19" creationId="{21837223-12A2-C452-A48A-918F4B373120}"/>
          </ac:grpSpMkLst>
        </pc:grpChg>
        <pc:inkChg chg="add mod">
          <ac:chgData name="Vikash Singh" userId="75c4977ca9f66ea5" providerId="LiveId" clId="{E662B69C-3255-4899-BB94-F0DF42536EA4}" dt="2025-11-01T04:58:41.656" v="13"/>
          <ac:inkMkLst>
            <pc:docMk/>
            <pc:sldMk cId="521482655" sldId="290"/>
            <ac:inkMk id="5" creationId="{10A641C3-390F-EBE1-6716-A2A5862135AC}"/>
          </ac:inkMkLst>
        </pc:inkChg>
        <pc:inkChg chg="add mod">
          <ac:chgData name="Vikash Singh" userId="75c4977ca9f66ea5" providerId="LiveId" clId="{E662B69C-3255-4899-BB94-F0DF42536EA4}" dt="2025-11-01T04:58:41.656" v="13"/>
          <ac:inkMkLst>
            <pc:docMk/>
            <pc:sldMk cId="521482655" sldId="290"/>
            <ac:inkMk id="6" creationId="{2F2C0CC8-F374-2A54-65F2-AFEB38D4720E}"/>
          </ac:inkMkLst>
        </pc:inkChg>
        <pc:inkChg chg="add mod">
          <ac:chgData name="Vikash Singh" userId="75c4977ca9f66ea5" providerId="LiveId" clId="{E662B69C-3255-4899-BB94-F0DF42536EA4}" dt="2025-11-01T04:58:41.656" v="13"/>
          <ac:inkMkLst>
            <pc:docMk/>
            <pc:sldMk cId="521482655" sldId="290"/>
            <ac:inkMk id="9" creationId="{FF046AE7-9115-66A3-9182-00C34CF8DA79}"/>
          </ac:inkMkLst>
        </pc:inkChg>
        <pc:inkChg chg="add mod">
          <ac:chgData name="Vikash Singh" userId="75c4977ca9f66ea5" providerId="LiveId" clId="{E662B69C-3255-4899-BB94-F0DF42536EA4}" dt="2025-11-01T04:58:41.656" v="13"/>
          <ac:inkMkLst>
            <pc:docMk/>
            <pc:sldMk cId="521482655" sldId="290"/>
            <ac:inkMk id="10" creationId="{3EAD1889-67D9-8A2B-8EDB-9BA3E036A917}"/>
          </ac:inkMkLst>
        </pc:inkChg>
        <pc:inkChg chg="add mod">
          <ac:chgData name="Vikash Singh" userId="75c4977ca9f66ea5" providerId="LiveId" clId="{E662B69C-3255-4899-BB94-F0DF42536EA4}" dt="2025-11-01T04:58:35.343" v="9"/>
          <ac:inkMkLst>
            <pc:docMk/>
            <pc:sldMk cId="521482655" sldId="290"/>
            <ac:inkMk id="11" creationId="{F3259967-F777-30B9-791B-ED1CCABA7FAF}"/>
          </ac:inkMkLst>
        </pc:inkChg>
        <pc:inkChg chg="add mod">
          <ac:chgData name="Vikash Singh" userId="75c4977ca9f66ea5" providerId="LiveId" clId="{E662B69C-3255-4899-BB94-F0DF42536EA4}" dt="2025-11-01T04:58:41.656" v="13"/>
          <ac:inkMkLst>
            <pc:docMk/>
            <pc:sldMk cId="521482655" sldId="290"/>
            <ac:inkMk id="13" creationId="{693F385A-20E6-ECCA-15A9-56C001DBF977}"/>
          </ac:inkMkLst>
        </pc:inkChg>
        <pc:inkChg chg="add mod">
          <ac:chgData name="Vikash Singh" userId="75c4977ca9f66ea5" providerId="LiveId" clId="{E662B69C-3255-4899-BB94-F0DF42536EA4}" dt="2025-11-01T04:58:41.656" v="13"/>
          <ac:inkMkLst>
            <pc:docMk/>
            <pc:sldMk cId="521482655" sldId="290"/>
            <ac:inkMk id="14" creationId="{D1039B03-4C62-1FBD-6BE1-04572C664388}"/>
          </ac:inkMkLst>
        </pc:inkChg>
        <pc:inkChg chg="add mod">
          <ac:chgData name="Vikash Singh" userId="75c4977ca9f66ea5" providerId="LiveId" clId="{E662B69C-3255-4899-BB94-F0DF42536EA4}" dt="2025-11-01T04:58:41.656" v="13"/>
          <ac:inkMkLst>
            <pc:docMk/>
            <pc:sldMk cId="521482655" sldId="290"/>
            <ac:inkMk id="16" creationId="{7336A2A4-17C2-AF16-6811-4722D4FF6765}"/>
          </ac:inkMkLst>
        </pc:inkChg>
        <pc:inkChg chg="add mod">
          <ac:chgData name="Vikash Singh" userId="75c4977ca9f66ea5" providerId="LiveId" clId="{E662B69C-3255-4899-BB94-F0DF42536EA4}" dt="2025-11-01T04:58:41.656" v="13"/>
          <ac:inkMkLst>
            <pc:docMk/>
            <pc:sldMk cId="521482655" sldId="290"/>
            <ac:inkMk id="17" creationId="{1BB01059-5625-87DD-3947-CE675459D513}"/>
          </ac:inkMkLst>
        </pc:inkChg>
        <pc:inkChg chg="add">
          <ac:chgData name="Vikash Singh" userId="75c4977ca9f66ea5" providerId="LiveId" clId="{E662B69C-3255-4899-BB94-F0DF42536EA4}" dt="2025-11-01T04:58:40.759" v="12" actId="9405"/>
          <ac:inkMkLst>
            <pc:docMk/>
            <pc:sldMk cId="521482655" sldId="290"/>
            <ac:inkMk id="18" creationId="{31D66C50-4FE8-1CCB-2148-857F809EA682}"/>
          </ac:inkMkLst>
        </pc:inkChg>
        <pc:inkChg chg="add">
          <ac:chgData name="Vikash Singh" userId="75c4977ca9f66ea5" providerId="LiveId" clId="{E662B69C-3255-4899-BB94-F0DF42536EA4}" dt="2025-11-01T04:58:46.895" v="14" actId="9405"/>
          <ac:inkMkLst>
            <pc:docMk/>
            <pc:sldMk cId="521482655" sldId="290"/>
            <ac:inkMk id="20" creationId="{EEA76E84-BB61-EC03-2A9F-70A226DB070C}"/>
          </ac:inkMkLst>
        </pc:inkChg>
        <pc:inkChg chg="add">
          <ac:chgData name="Vikash Singh" userId="75c4977ca9f66ea5" providerId="LiveId" clId="{E662B69C-3255-4899-BB94-F0DF42536EA4}" dt="2025-11-01T04:58:56.374" v="15" actId="9405"/>
          <ac:inkMkLst>
            <pc:docMk/>
            <pc:sldMk cId="521482655" sldId="290"/>
            <ac:inkMk id="21" creationId="{9CE97BE3-5D53-5853-18EB-C88BBBF08118}"/>
          </ac:inkMkLst>
        </pc:inkChg>
      </pc:sldChg>
      <pc:sldChg chg="modSp mod">
        <pc:chgData name="Vikash Singh" userId="75c4977ca9f66ea5" providerId="LiveId" clId="{E662B69C-3255-4899-BB94-F0DF42536EA4}" dt="2025-11-01T05:04:12.234" v="74" actId="20577"/>
        <pc:sldMkLst>
          <pc:docMk/>
          <pc:sldMk cId="1190909422" sldId="310"/>
        </pc:sldMkLst>
        <pc:spChg chg="mod">
          <ac:chgData name="Vikash Singh" userId="75c4977ca9f66ea5" providerId="LiveId" clId="{E662B69C-3255-4899-BB94-F0DF42536EA4}" dt="2025-11-01T05:04:12.234" v="74" actId="20577"/>
          <ac:spMkLst>
            <pc:docMk/>
            <pc:sldMk cId="1190909422" sldId="310"/>
            <ac:spMk id="4" creationId="{CC91498F-3E82-1099-3355-9118E662A72E}"/>
          </ac:spMkLst>
        </pc:spChg>
      </pc:sldChg>
      <pc:sldChg chg="addSp delSp modSp mod">
        <pc:chgData name="Vikash Singh" userId="75c4977ca9f66ea5" providerId="LiveId" clId="{E662B69C-3255-4899-BB94-F0DF42536EA4}" dt="2025-11-01T05:01:21.325" v="37" actId="9405"/>
        <pc:sldMkLst>
          <pc:docMk/>
          <pc:sldMk cId="2731288003" sldId="335"/>
        </pc:sldMkLst>
        <pc:grpChg chg="mod">
          <ac:chgData name="Vikash Singh" userId="75c4977ca9f66ea5" providerId="LiveId" clId="{E662B69C-3255-4899-BB94-F0DF42536EA4}" dt="2025-11-01T05:00:26.699" v="22"/>
          <ac:grpSpMkLst>
            <pc:docMk/>
            <pc:sldMk cId="2731288003" sldId="335"/>
            <ac:grpSpMk id="11" creationId="{7688B94E-9857-381B-E93E-41DA3F55CA5E}"/>
          </ac:grpSpMkLst>
        </pc:grpChg>
        <pc:grpChg chg="del mod">
          <ac:chgData name="Vikash Singh" userId="75c4977ca9f66ea5" providerId="LiveId" clId="{E662B69C-3255-4899-BB94-F0DF42536EA4}" dt="2025-11-01T05:00:34.810" v="30"/>
          <ac:grpSpMkLst>
            <pc:docMk/>
            <pc:sldMk cId="2731288003" sldId="335"/>
            <ac:grpSpMk id="14" creationId="{20978640-95E6-3941-8AAE-2E0D46F0BDB5}"/>
          </ac:grpSpMkLst>
        </pc:grpChg>
        <pc:grpChg chg="del mod">
          <ac:chgData name="Vikash Singh" userId="75c4977ca9f66ea5" providerId="LiveId" clId="{E662B69C-3255-4899-BB94-F0DF42536EA4}" dt="2025-11-01T05:00:36.439" v="32"/>
          <ac:grpSpMkLst>
            <pc:docMk/>
            <pc:sldMk cId="2731288003" sldId="335"/>
            <ac:grpSpMk id="19" creationId="{DE579D12-2773-C078-BF29-F0D8EDE7BD95}"/>
          </ac:grpSpMkLst>
        </pc:grpChg>
        <pc:grpChg chg="mod">
          <ac:chgData name="Vikash Singh" userId="75c4977ca9f66ea5" providerId="LiveId" clId="{E662B69C-3255-4899-BB94-F0DF42536EA4}" dt="2025-11-01T05:00:36.439" v="32"/>
          <ac:grpSpMkLst>
            <pc:docMk/>
            <pc:sldMk cId="2731288003" sldId="335"/>
            <ac:grpSpMk id="21" creationId="{BC9ACCCE-6F90-57AB-DF64-4801D958409E}"/>
          </ac:grpSpMkLst>
        </pc:grpChg>
        <pc:inkChg chg="add mod">
          <ac:chgData name="Vikash Singh" userId="75c4977ca9f66ea5" providerId="LiveId" clId="{E662B69C-3255-4899-BB94-F0DF42536EA4}" dt="2025-11-01T05:00:26.699" v="22"/>
          <ac:inkMkLst>
            <pc:docMk/>
            <pc:sldMk cId="2731288003" sldId="335"/>
            <ac:inkMk id="2" creationId="{8653C057-6184-AFFD-BE0E-327792D6088B}"/>
          </ac:inkMkLst>
        </pc:inkChg>
        <pc:inkChg chg="add mod">
          <ac:chgData name="Vikash Singh" userId="75c4977ca9f66ea5" providerId="LiveId" clId="{E662B69C-3255-4899-BB94-F0DF42536EA4}" dt="2025-11-01T05:00:26.699" v="22"/>
          <ac:inkMkLst>
            <pc:docMk/>
            <pc:sldMk cId="2731288003" sldId="335"/>
            <ac:inkMk id="3" creationId="{21206FA8-50CF-4564-AB1A-303076A1DA02}"/>
          </ac:inkMkLst>
        </pc:inkChg>
        <pc:inkChg chg="add mod">
          <ac:chgData name="Vikash Singh" userId="75c4977ca9f66ea5" providerId="LiveId" clId="{E662B69C-3255-4899-BB94-F0DF42536EA4}" dt="2025-11-01T05:00:26.699" v="22"/>
          <ac:inkMkLst>
            <pc:docMk/>
            <pc:sldMk cId="2731288003" sldId="335"/>
            <ac:inkMk id="4" creationId="{71B92CA9-63E7-6F35-BD3D-A91AB021160B}"/>
          </ac:inkMkLst>
        </pc:inkChg>
        <pc:inkChg chg="add mod">
          <ac:chgData name="Vikash Singh" userId="75c4977ca9f66ea5" providerId="LiveId" clId="{E662B69C-3255-4899-BB94-F0DF42536EA4}" dt="2025-11-01T05:00:26.699" v="22"/>
          <ac:inkMkLst>
            <pc:docMk/>
            <pc:sldMk cId="2731288003" sldId="335"/>
            <ac:inkMk id="8" creationId="{E60C41A5-7DBC-10E3-4096-208BC6580C3C}"/>
          </ac:inkMkLst>
        </pc:inkChg>
        <pc:inkChg chg="add mod">
          <ac:chgData name="Vikash Singh" userId="75c4977ca9f66ea5" providerId="LiveId" clId="{E662B69C-3255-4899-BB94-F0DF42536EA4}" dt="2025-11-01T05:00:26.699" v="22"/>
          <ac:inkMkLst>
            <pc:docMk/>
            <pc:sldMk cId="2731288003" sldId="335"/>
            <ac:inkMk id="9" creationId="{B50313E9-7259-68E2-51E3-F418D2C40C36}"/>
          </ac:inkMkLst>
        </pc:inkChg>
        <pc:inkChg chg="add mod">
          <ac:chgData name="Vikash Singh" userId="75c4977ca9f66ea5" providerId="LiveId" clId="{E662B69C-3255-4899-BB94-F0DF42536EA4}" dt="2025-11-01T05:00:26.699" v="22"/>
          <ac:inkMkLst>
            <pc:docMk/>
            <pc:sldMk cId="2731288003" sldId="335"/>
            <ac:inkMk id="10" creationId="{34C3397D-87B5-576C-6E0F-5423104A1830}"/>
          </ac:inkMkLst>
        </pc:inkChg>
        <pc:inkChg chg="add mod">
          <ac:chgData name="Vikash Singh" userId="75c4977ca9f66ea5" providerId="LiveId" clId="{E662B69C-3255-4899-BB94-F0DF42536EA4}" dt="2025-11-01T05:00:36.439" v="32"/>
          <ac:inkMkLst>
            <pc:docMk/>
            <pc:sldMk cId="2731288003" sldId="335"/>
            <ac:inkMk id="12" creationId="{BBC1A287-D564-5890-8835-E62D8DB8B157}"/>
          </ac:inkMkLst>
        </pc:inkChg>
        <pc:inkChg chg="add mod">
          <ac:chgData name="Vikash Singh" userId="75c4977ca9f66ea5" providerId="LiveId" clId="{E662B69C-3255-4899-BB94-F0DF42536EA4}" dt="2025-11-01T05:00:36.439" v="32"/>
          <ac:inkMkLst>
            <pc:docMk/>
            <pc:sldMk cId="2731288003" sldId="335"/>
            <ac:inkMk id="13" creationId="{A38F102D-AEB6-8023-1868-FF4C61A09D15}"/>
          </ac:inkMkLst>
        </pc:inkChg>
        <pc:inkChg chg="add mod">
          <ac:chgData name="Vikash Singh" userId="75c4977ca9f66ea5" providerId="LiveId" clId="{E662B69C-3255-4899-BB94-F0DF42536EA4}" dt="2025-11-01T05:00:36.439" v="32"/>
          <ac:inkMkLst>
            <pc:docMk/>
            <pc:sldMk cId="2731288003" sldId="335"/>
            <ac:inkMk id="15" creationId="{BE870ED1-9ECC-4F29-3A6F-23D5F2008EC4}"/>
          </ac:inkMkLst>
        </pc:inkChg>
        <pc:inkChg chg="add mod">
          <ac:chgData name="Vikash Singh" userId="75c4977ca9f66ea5" providerId="LiveId" clId="{E662B69C-3255-4899-BB94-F0DF42536EA4}" dt="2025-11-01T05:00:36.439" v="32"/>
          <ac:inkMkLst>
            <pc:docMk/>
            <pc:sldMk cId="2731288003" sldId="335"/>
            <ac:inkMk id="16" creationId="{9F040250-AB05-26C2-1B5E-F8AF8349E3E4}"/>
          </ac:inkMkLst>
        </pc:inkChg>
        <pc:inkChg chg="add mod">
          <ac:chgData name="Vikash Singh" userId="75c4977ca9f66ea5" providerId="LiveId" clId="{E662B69C-3255-4899-BB94-F0DF42536EA4}" dt="2025-11-01T05:00:36.439" v="32"/>
          <ac:inkMkLst>
            <pc:docMk/>
            <pc:sldMk cId="2731288003" sldId="335"/>
            <ac:inkMk id="17" creationId="{124C2BB0-2425-4A9A-47D3-132A25A6AAB1}"/>
          </ac:inkMkLst>
        </pc:inkChg>
        <pc:inkChg chg="add mod">
          <ac:chgData name="Vikash Singh" userId="75c4977ca9f66ea5" providerId="LiveId" clId="{E662B69C-3255-4899-BB94-F0DF42536EA4}" dt="2025-11-01T05:00:36.439" v="32"/>
          <ac:inkMkLst>
            <pc:docMk/>
            <pc:sldMk cId="2731288003" sldId="335"/>
            <ac:inkMk id="18" creationId="{D0F16DEF-123C-782B-70F7-0035012FFEAC}"/>
          </ac:inkMkLst>
        </pc:inkChg>
        <pc:inkChg chg="add mod">
          <ac:chgData name="Vikash Singh" userId="75c4977ca9f66ea5" providerId="LiveId" clId="{E662B69C-3255-4899-BB94-F0DF42536EA4}" dt="2025-11-01T05:00:36.439" v="32"/>
          <ac:inkMkLst>
            <pc:docMk/>
            <pc:sldMk cId="2731288003" sldId="335"/>
            <ac:inkMk id="20" creationId="{7F71CE50-EDC2-AD5C-08E6-ECECD78991B1}"/>
          </ac:inkMkLst>
        </pc:inkChg>
        <pc:inkChg chg="add">
          <ac:chgData name="Vikash Singh" userId="75c4977ca9f66ea5" providerId="LiveId" clId="{E662B69C-3255-4899-BB94-F0DF42536EA4}" dt="2025-11-01T05:00:38.243" v="33" actId="9405"/>
          <ac:inkMkLst>
            <pc:docMk/>
            <pc:sldMk cId="2731288003" sldId="335"/>
            <ac:inkMk id="22" creationId="{8F47CECE-2C08-E394-69D5-41705C27CFE4}"/>
          </ac:inkMkLst>
        </pc:inkChg>
        <pc:inkChg chg="add">
          <ac:chgData name="Vikash Singh" userId="75c4977ca9f66ea5" providerId="LiveId" clId="{E662B69C-3255-4899-BB94-F0DF42536EA4}" dt="2025-11-01T05:01:09.756" v="34" actId="9405"/>
          <ac:inkMkLst>
            <pc:docMk/>
            <pc:sldMk cId="2731288003" sldId="335"/>
            <ac:inkMk id="23" creationId="{262912F2-420B-93DE-B150-788136E7B21A}"/>
          </ac:inkMkLst>
        </pc:inkChg>
        <pc:inkChg chg="add">
          <ac:chgData name="Vikash Singh" userId="75c4977ca9f66ea5" providerId="LiveId" clId="{E662B69C-3255-4899-BB94-F0DF42536EA4}" dt="2025-11-01T05:01:15.021" v="35" actId="9405"/>
          <ac:inkMkLst>
            <pc:docMk/>
            <pc:sldMk cId="2731288003" sldId="335"/>
            <ac:inkMk id="24" creationId="{3684A1C9-C7F7-9917-04A8-7F1E45CCA747}"/>
          </ac:inkMkLst>
        </pc:inkChg>
        <pc:inkChg chg="add">
          <ac:chgData name="Vikash Singh" userId="75c4977ca9f66ea5" providerId="LiveId" clId="{E662B69C-3255-4899-BB94-F0DF42536EA4}" dt="2025-11-01T05:01:19.872" v="36" actId="9405"/>
          <ac:inkMkLst>
            <pc:docMk/>
            <pc:sldMk cId="2731288003" sldId="335"/>
            <ac:inkMk id="25" creationId="{16856226-B134-BA47-F7B7-74580A419C66}"/>
          </ac:inkMkLst>
        </pc:inkChg>
        <pc:inkChg chg="add">
          <ac:chgData name="Vikash Singh" userId="75c4977ca9f66ea5" providerId="LiveId" clId="{E662B69C-3255-4899-BB94-F0DF42536EA4}" dt="2025-11-01T05:01:21.325" v="37" actId="9405"/>
          <ac:inkMkLst>
            <pc:docMk/>
            <pc:sldMk cId="2731288003" sldId="335"/>
            <ac:inkMk id="26" creationId="{267EBF19-69BC-351E-93D2-2406F0FA314F}"/>
          </ac:inkMkLst>
        </pc:inkChg>
      </pc:sldChg>
      <pc:sldChg chg="addSp delSp modSp mod">
        <pc:chgData name="Vikash Singh" userId="75c4977ca9f66ea5" providerId="LiveId" clId="{E662B69C-3255-4899-BB94-F0DF42536EA4}" dt="2025-11-01T05:12:06.106" v="84" actId="9405"/>
        <pc:sldMkLst>
          <pc:docMk/>
          <pc:sldMk cId="3539519506" sldId="344"/>
        </pc:sldMkLst>
        <pc:grpChg chg="del mod">
          <ac:chgData name="Vikash Singh" userId="75c4977ca9f66ea5" providerId="LiveId" clId="{E662B69C-3255-4899-BB94-F0DF42536EA4}" dt="2025-11-01T05:10:46.630" v="82"/>
          <ac:grpSpMkLst>
            <pc:docMk/>
            <pc:sldMk cId="3539519506" sldId="344"/>
            <ac:grpSpMk id="7" creationId="{309F04E7-CD3B-4253-D69D-BB3F8EDF1748}"/>
          </ac:grpSpMkLst>
        </pc:grpChg>
        <pc:grpChg chg="mod">
          <ac:chgData name="Vikash Singh" userId="75c4977ca9f66ea5" providerId="LiveId" clId="{E662B69C-3255-4899-BB94-F0DF42536EA4}" dt="2025-11-01T05:10:46.630" v="82"/>
          <ac:grpSpMkLst>
            <pc:docMk/>
            <pc:sldMk cId="3539519506" sldId="344"/>
            <ac:grpSpMk id="10" creationId="{D5740628-96AB-46D3-CBC2-EA2805A8E1E6}"/>
          </ac:grpSpMkLst>
        </pc:grpChg>
        <pc:inkChg chg="add mod">
          <ac:chgData name="Vikash Singh" userId="75c4977ca9f66ea5" providerId="LiveId" clId="{E662B69C-3255-4899-BB94-F0DF42536EA4}" dt="2025-11-01T05:10:46.630" v="82"/>
          <ac:inkMkLst>
            <pc:docMk/>
            <pc:sldMk cId="3539519506" sldId="344"/>
            <ac:inkMk id="3" creationId="{0A75CAA2-8FCC-8C60-C217-0AFAC425DE6B}"/>
          </ac:inkMkLst>
        </pc:inkChg>
        <pc:inkChg chg="add mod">
          <ac:chgData name="Vikash Singh" userId="75c4977ca9f66ea5" providerId="LiveId" clId="{E662B69C-3255-4899-BB94-F0DF42536EA4}" dt="2025-11-01T05:10:46.630" v="82"/>
          <ac:inkMkLst>
            <pc:docMk/>
            <pc:sldMk cId="3539519506" sldId="344"/>
            <ac:inkMk id="4" creationId="{8281919F-7676-F384-FBE5-A11FF4955629}"/>
          </ac:inkMkLst>
        </pc:inkChg>
        <pc:inkChg chg="add mod">
          <ac:chgData name="Vikash Singh" userId="75c4977ca9f66ea5" providerId="LiveId" clId="{E662B69C-3255-4899-BB94-F0DF42536EA4}" dt="2025-11-01T05:10:46.630" v="82"/>
          <ac:inkMkLst>
            <pc:docMk/>
            <pc:sldMk cId="3539519506" sldId="344"/>
            <ac:inkMk id="5" creationId="{0E06F89A-5EAB-5D66-F2DD-D426DB3670ED}"/>
          </ac:inkMkLst>
        </pc:inkChg>
        <pc:inkChg chg="add mod">
          <ac:chgData name="Vikash Singh" userId="75c4977ca9f66ea5" providerId="LiveId" clId="{E662B69C-3255-4899-BB94-F0DF42536EA4}" dt="2025-11-01T05:10:46.630" v="82"/>
          <ac:inkMkLst>
            <pc:docMk/>
            <pc:sldMk cId="3539519506" sldId="344"/>
            <ac:inkMk id="6" creationId="{08B54A9C-7CE8-9967-74A0-73E3E0784123}"/>
          </ac:inkMkLst>
        </pc:inkChg>
        <pc:inkChg chg="add">
          <ac:chgData name="Vikash Singh" userId="75c4977ca9f66ea5" providerId="LiveId" clId="{E662B69C-3255-4899-BB94-F0DF42536EA4}" dt="2025-11-01T05:10:42.774" v="80" actId="9405"/>
          <ac:inkMkLst>
            <pc:docMk/>
            <pc:sldMk cId="3539519506" sldId="344"/>
            <ac:inkMk id="8" creationId="{3B69BE51-F962-1512-BDFD-00873655998E}"/>
          </ac:inkMkLst>
        </pc:inkChg>
        <pc:inkChg chg="add mod">
          <ac:chgData name="Vikash Singh" userId="75c4977ca9f66ea5" providerId="LiveId" clId="{E662B69C-3255-4899-BB94-F0DF42536EA4}" dt="2025-11-01T05:10:46.630" v="82"/>
          <ac:inkMkLst>
            <pc:docMk/>
            <pc:sldMk cId="3539519506" sldId="344"/>
            <ac:inkMk id="9" creationId="{D5904AFE-4627-F0C1-EA5D-648DACF7BCC2}"/>
          </ac:inkMkLst>
        </pc:inkChg>
        <pc:inkChg chg="add">
          <ac:chgData name="Vikash Singh" userId="75c4977ca9f66ea5" providerId="LiveId" clId="{E662B69C-3255-4899-BB94-F0DF42536EA4}" dt="2025-11-01T05:12:00.173" v="83" actId="9405"/>
          <ac:inkMkLst>
            <pc:docMk/>
            <pc:sldMk cId="3539519506" sldId="344"/>
            <ac:inkMk id="11" creationId="{D2376820-14C4-D059-A14B-72586EBE11D0}"/>
          </ac:inkMkLst>
        </pc:inkChg>
        <pc:inkChg chg="add">
          <ac:chgData name="Vikash Singh" userId="75c4977ca9f66ea5" providerId="LiveId" clId="{E662B69C-3255-4899-BB94-F0DF42536EA4}" dt="2025-11-01T05:12:06.106" v="84" actId="9405"/>
          <ac:inkMkLst>
            <pc:docMk/>
            <pc:sldMk cId="3539519506" sldId="344"/>
            <ac:inkMk id="12" creationId="{8FC93217-E56F-C86E-0AE4-E426DDF71D53}"/>
          </ac:inkMkLst>
        </pc:inkChg>
      </pc:sldChg>
      <pc:sldChg chg="addSp delSp modSp mod">
        <pc:chgData name="Vikash Singh" userId="75c4977ca9f66ea5" providerId="LiveId" clId="{E662B69C-3255-4899-BB94-F0DF42536EA4}" dt="2025-11-01T05:20:48.456" v="188"/>
        <pc:sldMkLst>
          <pc:docMk/>
          <pc:sldMk cId="2080041880" sldId="347"/>
        </pc:sldMkLst>
        <pc:spChg chg="mod">
          <ac:chgData name="Vikash Singh" userId="75c4977ca9f66ea5" providerId="LiveId" clId="{E662B69C-3255-4899-BB94-F0DF42536EA4}" dt="2025-11-01T05:14:58.787" v="85" actId="113"/>
          <ac:spMkLst>
            <pc:docMk/>
            <pc:sldMk cId="2080041880" sldId="347"/>
            <ac:spMk id="3" creationId="{51F9FA61-C20E-4B2C-0837-2FB041CB227A}"/>
          </ac:spMkLst>
        </pc:spChg>
        <pc:grpChg chg="mod">
          <ac:chgData name="Vikash Singh" userId="75c4977ca9f66ea5" providerId="LiveId" clId="{E662B69C-3255-4899-BB94-F0DF42536EA4}" dt="2025-11-01T05:15:55.580" v="88"/>
          <ac:grpSpMkLst>
            <pc:docMk/>
            <pc:sldMk cId="2080041880" sldId="347"/>
            <ac:grpSpMk id="7" creationId="{869239AD-6922-17FC-8260-E4205EFAFF6F}"/>
          </ac:grpSpMkLst>
        </pc:grpChg>
        <pc:grpChg chg="del mod">
          <ac:chgData name="Vikash Singh" userId="75c4977ca9f66ea5" providerId="LiveId" clId="{E662B69C-3255-4899-BB94-F0DF42536EA4}" dt="2025-11-01T05:19:17.551" v="139"/>
          <ac:grpSpMkLst>
            <pc:docMk/>
            <pc:sldMk cId="2080041880" sldId="347"/>
            <ac:grpSpMk id="13" creationId="{2BDD1774-EA4A-3A67-6195-DCC3F9FA09CB}"/>
          </ac:grpSpMkLst>
        </pc:grpChg>
        <pc:grpChg chg="del mod">
          <ac:chgData name="Vikash Singh" userId="75c4977ca9f66ea5" providerId="LiveId" clId="{E662B69C-3255-4899-BB94-F0DF42536EA4}" dt="2025-11-01T05:19:22.161" v="143"/>
          <ac:grpSpMkLst>
            <pc:docMk/>
            <pc:sldMk cId="2080041880" sldId="347"/>
            <ac:grpSpMk id="18" creationId="{8B340D2D-F946-C73C-59AE-EE646AE6FEFD}"/>
          </ac:grpSpMkLst>
        </pc:grpChg>
        <pc:grpChg chg="del mod">
          <ac:chgData name="Vikash Singh" userId="75c4977ca9f66ea5" providerId="LiveId" clId="{E662B69C-3255-4899-BB94-F0DF42536EA4}" dt="2025-11-01T05:19:28.186" v="147"/>
          <ac:grpSpMkLst>
            <pc:docMk/>
            <pc:sldMk cId="2080041880" sldId="347"/>
            <ac:grpSpMk id="22" creationId="{E13F8E0E-2DA9-2772-3CEB-E48D43187CBB}"/>
          </ac:grpSpMkLst>
        </pc:grpChg>
        <pc:grpChg chg="del mod">
          <ac:chgData name="Vikash Singh" userId="75c4977ca9f66ea5" providerId="LiveId" clId="{E662B69C-3255-4899-BB94-F0DF42536EA4}" dt="2025-11-01T05:19:31.385" v="149"/>
          <ac:grpSpMkLst>
            <pc:docMk/>
            <pc:sldMk cId="2080041880" sldId="347"/>
            <ac:grpSpMk id="26" creationId="{21CB278B-ADDD-4F6D-D621-03CCF7BA07A5}"/>
          </ac:grpSpMkLst>
        </pc:grpChg>
        <pc:grpChg chg="del mod">
          <ac:chgData name="Vikash Singh" userId="75c4977ca9f66ea5" providerId="LiveId" clId="{E662B69C-3255-4899-BB94-F0DF42536EA4}" dt="2025-11-01T05:19:32.388" v="151"/>
          <ac:grpSpMkLst>
            <pc:docMk/>
            <pc:sldMk cId="2080041880" sldId="347"/>
            <ac:grpSpMk id="28" creationId="{4BA63079-39C4-0049-8577-6DA299239B51}"/>
          </ac:grpSpMkLst>
        </pc:grpChg>
        <pc:grpChg chg="del mod">
          <ac:chgData name="Vikash Singh" userId="75c4977ca9f66ea5" providerId="LiveId" clId="{E662B69C-3255-4899-BB94-F0DF42536EA4}" dt="2025-11-01T05:19:46.800" v="153"/>
          <ac:grpSpMkLst>
            <pc:docMk/>
            <pc:sldMk cId="2080041880" sldId="347"/>
            <ac:grpSpMk id="30" creationId="{61239291-3757-B351-E3A9-C3A6DC2EB174}"/>
          </ac:grpSpMkLst>
        </pc:grpChg>
        <pc:grpChg chg="mod">
          <ac:chgData name="Vikash Singh" userId="75c4977ca9f66ea5" providerId="LiveId" clId="{E662B69C-3255-4899-BB94-F0DF42536EA4}" dt="2025-11-01T05:19:46.800" v="153"/>
          <ac:grpSpMkLst>
            <pc:docMk/>
            <pc:sldMk cId="2080041880" sldId="347"/>
            <ac:grpSpMk id="32" creationId="{4F1DEF78-5537-344F-6EBC-E0C45C795882}"/>
          </ac:grpSpMkLst>
        </pc:grpChg>
        <pc:grpChg chg="del mod">
          <ac:chgData name="Vikash Singh" userId="75c4977ca9f66ea5" providerId="LiveId" clId="{E662B69C-3255-4899-BB94-F0DF42536EA4}" dt="2025-11-01T05:19:57.105" v="161"/>
          <ac:grpSpMkLst>
            <pc:docMk/>
            <pc:sldMk cId="2080041880" sldId="347"/>
            <ac:grpSpMk id="37" creationId="{12DC1A82-6343-06E0-6284-AD45FEA953BF}"/>
          </ac:grpSpMkLst>
        </pc:grpChg>
        <pc:grpChg chg="del mod">
          <ac:chgData name="Vikash Singh" userId="75c4977ca9f66ea5" providerId="LiveId" clId="{E662B69C-3255-4899-BB94-F0DF42536EA4}" dt="2025-11-01T05:19:59.963" v="164"/>
          <ac:grpSpMkLst>
            <pc:docMk/>
            <pc:sldMk cId="2080041880" sldId="347"/>
            <ac:grpSpMk id="40" creationId="{08C01A00-AA0E-F92D-4B00-61B8ADD1BF72}"/>
          </ac:grpSpMkLst>
        </pc:grpChg>
        <pc:grpChg chg="del mod">
          <ac:chgData name="Vikash Singh" userId="75c4977ca9f66ea5" providerId="LiveId" clId="{E662B69C-3255-4899-BB94-F0DF42536EA4}" dt="2025-11-01T05:20:04.678" v="166"/>
          <ac:grpSpMkLst>
            <pc:docMk/>
            <pc:sldMk cId="2080041880" sldId="347"/>
            <ac:grpSpMk id="43" creationId="{86EEC81E-3EA2-3FEA-3B66-734F7E10CA5B}"/>
          </ac:grpSpMkLst>
        </pc:grpChg>
        <pc:grpChg chg="mod">
          <ac:chgData name="Vikash Singh" userId="75c4977ca9f66ea5" providerId="LiveId" clId="{E662B69C-3255-4899-BB94-F0DF42536EA4}" dt="2025-11-01T05:20:04.678" v="166"/>
          <ac:grpSpMkLst>
            <pc:docMk/>
            <pc:sldMk cId="2080041880" sldId="347"/>
            <ac:grpSpMk id="45" creationId="{437EF61D-65DD-CF65-34BE-C7098A22E3DB}"/>
          </ac:grpSpMkLst>
        </pc:grpChg>
        <pc:grpChg chg="mod">
          <ac:chgData name="Vikash Singh" userId="75c4977ca9f66ea5" providerId="LiveId" clId="{E662B69C-3255-4899-BB94-F0DF42536EA4}" dt="2025-11-01T05:20:13.772" v="169"/>
          <ac:grpSpMkLst>
            <pc:docMk/>
            <pc:sldMk cId="2080041880" sldId="347"/>
            <ac:grpSpMk id="48" creationId="{7505BC0C-A7FC-12A4-BB46-A530D8906EE2}"/>
          </ac:grpSpMkLst>
        </pc:grpChg>
        <pc:grpChg chg="mod">
          <ac:chgData name="Vikash Singh" userId="75c4977ca9f66ea5" providerId="LiveId" clId="{E662B69C-3255-4899-BB94-F0DF42536EA4}" dt="2025-11-01T05:20:18.852" v="174"/>
          <ac:grpSpMkLst>
            <pc:docMk/>
            <pc:sldMk cId="2080041880" sldId="347"/>
            <ac:grpSpMk id="53" creationId="{821680A2-9237-E362-DA27-13A5B7A45B7E}"/>
          </ac:grpSpMkLst>
        </pc:grpChg>
        <pc:grpChg chg="del mod">
          <ac:chgData name="Vikash Singh" userId="75c4977ca9f66ea5" providerId="LiveId" clId="{E662B69C-3255-4899-BB94-F0DF42536EA4}" dt="2025-11-01T05:20:46.499" v="186"/>
          <ac:grpSpMkLst>
            <pc:docMk/>
            <pc:sldMk cId="2080041880" sldId="347"/>
            <ac:grpSpMk id="57" creationId="{E2779A2D-BBD4-C1F3-6976-A8CCD61C2BF0}"/>
          </ac:grpSpMkLst>
        </pc:grpChg>
        <pc:grpChg chg="del mod">
          <ac:chgData name="Vikash Singh" userId="75c4977ca9f66ea5" providerId="LiveId" clId="{E662B69C-3255-4899-BB94-F0DF42536EA4}" dt="2025-11-01T05:20:46.499" v="186"/>
          <ac:grpSpMkLst>
            <pc:docMk/>
            <pc:sldMk cId="2080041880" sldId="347"/>
            <ac:grpSpMk id="60" creationId="{193AAE72-3C97-9588-B418-704F27945284}"/>
          </ac:grpSpMkLst>
        </pc:grpChg>
        <pc:grpChg chg="del mod">
          <ac:chgData name="Vikash Singh" userId="75c4977ca9f66ea5" providerId="LiveId" clId="{E662B69C-3255-4899-BB94-F0DF42536EA4}" dt="2025-11-01T05:20:48.456" v="188"/>
          <ac:grpSpMkLst>
            <pc:docMk/>
            <pc:sldMk cId="2080041880" sldId="347"/>
            <ac:grpSpMk id="63" creationId="{F6754041-EEBB-8583-CDE2-2AFC085162CC}"/>
          </ac:grpSpMkLst>
        </pc:grpChg>
        <pc:grpChg chg="mod">
          <ac:chgData name="Vikash Singh" userId="75c4977ca9f66ea5" providerId="LiveId" clId="{E662B69C-3255-4899-BB94-F0DF42536EA4}" dt="2025-11-01T05:20:48.456" v="188"/>
          <ac:grpSpMkLst>
            <pc:docMk/>
            <pc:sldMk cId="2080041880" sldId="347"/>
            <ac:grpSpMk id="65" creationId="{C8D8E3CF-023A-B290-1F2C-E4BB2C1B103C}"/>
          </ac:grpSpMkLst>
        </pc:grpChg>
        <pc:inkChg chg="add mod">
          <ac:chgData name="Vikash Singh" userId="75c4977ca9f66ea5" providerId="LiveId" clId="{E662B69C-3255-4899-BB94-F0DF42536EA4}" dt="2025-11-01T05:15:55.580" v="88"/>
          <ac:inkMkLst>
            <pc:docMk/>
            <pc:sldMk cId="2080041880" sldId="347"/>
            <ac:inkMk id="5" creationId="{52BECE74-C65C-ED4D-AC72-A067692C0B75}"/>
          </ac:inkMkLst>
        </pc:inkChg>
        <pc:inkChg chg="add mod">
          <ac:chgData name="Vikash Singh" userId="75c4977ca9f66ea5" providerId="LiveId" clId="{E662B69C-3255-4899-BB94-F0DF42536EA4}" dt="2025-11-01T05:15:55.580" v="88"/>
          <ac:inkMkLst>
            <pc:docMk/>
            <pc:sldMk cId="2080041880" sldId="347"/>
            <ac:inkMk id="6" creationId="{F505FED3-54F6-E321-4C72-522CD2E36109}"/>
          </ac:inkMkLst>
        </pc:inkChg>
        <pc:inkChg chg="add del">
          <ac:chgData name="Vikash Singh" userId="75c4977ca9f66ea5" providerId="LiveId" clId="{E662B69C-3255-4899-BB94-F0DF42536EA4}" dt="2025-11-01T05:15:59.134" v="90"/>
          <ac:inkMkLst>
            <pc:docMk/>
            <pc:sldMk cId="2080041880" sldId="347"/>
            <ac:inkMk id="8" creationId="{127C843E-95CC-8677-CCEB-32F5A1D2B516}"/>
          </ac:inkMkLst>
        </pc:inkChg>
        <pc:inkChg chg="add mod">
          <ac:chgData name="Vikash Singh" userId="75c4977ca9f66ea5" providerId="LiveId" clId="{E662B69C-3255-4899-BB94-F0DF42536EA4}" dt="2025-11-01T05:16:01.413" v="91"/>
          <ac:inkMkLst>
            <pc:docMk/>
            <pc:sldMk cId="2080041880" sldId="347"/>
            <ac:inkMk id="9" creationId="{37EF1AA0-BAA0-BA8C-EE73-2A0FCF7B2E91}"/>
          </ac:inkMkLst>
        </pc:inkChg>
        <pc:inkChg chg="add">
          <ac:chgData name="Vikash Singh" userId="75c4977ca9f66ea5" providerId="LiveId" clId="{E662B69C-3255-4899-BB94-F0DF42536EA4}" dt="2025-11-01T05:16:08.179" v="92" actId="9405"/>
          <ac:inkMkLst>
            <pc:docMk/>
            <pc:sldMk cId="2080041880" sldId="347"/>
            <ac:inkMk id="10" creationId="{1A17B783-BC3A-EA97-237E-FFD7FFD37199}"/>
          </ac:inkMkLst>
        </pc:inkChg>
        <pc:inkChg chg="add mod">
          <ac:chgData name="Vikash Singh" userId="75c4977ca9f66ea5" providerId="LiveId" clId="{E662B69C-3255-4899-BB94-F0DF42536EA4}" dt="2025-11-01T05:19:28.186" v="147"/>
          <ac:inkMkLst>
            <pc:docMk/>
            <pc:sldMk cId="2080041880" sldId="347"/>
            <ac:inkMk id="11" creationId="{07B2A9EB-DB86-4CF1-BFC3-18690AE13F70}"/>
          </ac:inkMkLst>
        </pc:inkChg>
        <pc:inkChg chg="add mod">
          <ac:chgData name="Vikash Singh" userId="75c4977ca9f66ea5" providerId="LiveId" clId="{E662B69C-3255-4899-BB94-F0DF42536EA4}" dt="2025-11-01T05:19:28.186" v="147"/>
          <ac:inkMkLst>
            <pc:docMk/>
            <pc:sldMk cId="2080041880" sldId="347"/>
            <ac:inkMk id="12" creationId="{9DED6DFF-6B3E-8592-7898-F65093977A43}"/>
          </ac:inkMkLst>
        </pc:inkChg>
        <pc:inkChg chg="add mod">
          <ac:chgData name="Vikash Singh" userId="75c4977ca9f66ea5" providerId="LiveId" clId="{E662B69C-3255-4899-BB94-F0DF42536EA4}" dt="2025-11-01T05:19:28.186" v="147"/>
          <ac:inkMkLst>
            <pc:docMk/>
            <pc:sldMk cId="2080041880" sldId="347"/>
            <ac:inkMk id="14" creationId="{64D953DF-B5A2-B65F-5013-64E680DB4E75}"/>
          </ac:inkMkLst>
        </pc:inkChg>
        <pc:inkChg chg="add mod">
          <ac:chgData name="Vikash Singh" userId="75c4977ca9f66ea5" providerId="LiveId" clId="{E662B69C-3255-4899-BB94-F0DF42536EA4}" dt="2025-11-01T05:19:17.551" v="139"/>
          <ac:inkMkLst>
            <pc:docMk/>
            <pc:sldMk cId="2080041880" sldId="347"/>
            <ac:inkMk id="15" creationId="{E9C4DC7D-DE27-8CAB-6063-E81BB687B873}"/>
          </ac:inkMkLst>
        </pc:inkChg>
        <pc:inkChg chg="add mod">
          <ac:chgData name="Vikash Singh" userId="75c4977ca9f66ea5" providerId="LiveId" clId="{E662B69C-3255-4899-BB94-F0DF42536EA4}" dt="2025-11-01T05:19:28.186" v="147"/>
          <ac:inkMkLst>
            <pc:docMk/>
            <pc:sldMk cId="2080041880" sldId="347"/>
            <ac:inkMk id="16" creationId="{3E4AF3FD-6F87-624F-52ED-5B4D99E5F9D3}"/>
          </ac:inkMkLst>
        </pc:inkChg>
        <pc:inkChg chg="add mod">
          <ac:chgData name="Vikash Singh" userId="75c4977ca9f66ea5" providerId="LiveId" clId="{E662B69C-3255-4899-BB94-F0DF42536EA4}" dt="2025-11-01T05:19:28.186" v="147"/>
          <ac:inkMkLst>
            <pc:docMk/>
            <pc:sldMk cId="2080041880" sldId="347"/>
            <ac:inkMk id="17" creationId="{E68AF29C-B903-8C21-4827-DA725972D065}"/>
          </ac:inkMkLst>
        </pc:inkChg>
        <pc:inkChg chg="add mod">
          <ac:chgData name="Vikash Singh" userId="75c4977ca9f66ea5" providerId="LiveId" clId="{E662B69C-3255-4899-BB94-F0DF42536EA4}" dt="2025-11-01T05:19:28.186" v="147"/>
          <ac:inkMkLst>
            <pc:docMk/>
            <pc:sldMk cId="2080041880" sldId="347"/>
            <ac:inkMk id="19" creationId="{504BF78B-1C6A-C101-B3F9-5DE6B8BB0F3A}"/>
          </ac:inkMkLst>
        </pc:inkChg>
        <pc:inkChg chg="add mod">
          <ac:chgData name="Vikash Singh" userId="75c4977ca9f66ea5" providerId="LiveId" clId="{E662B69C-3255-4899-BB94-F0DF42536EA4}" dt="2025-11-01T05:19:28.186" v="147"/>
          <ac:inkMkLst>
            <pc:docMk/>
            <pc:sldMk cId="2080041880" sldId="347"/>
            <ac:inkMk id="20" creationId="{A2ABFCF7-241C-CC62-C3BD-933EFD1D11F4}"/>
          </ac:inkMkLst>
        </pc:inkChg>
        <pc:inkChg chg="add mod">
          <ac:chgData name="Vikash Singh" userId="75c4977ca9f66ea5" providerId="LiveId" clId="{E662B69C-3255-4899-BB94-F0DF42536EA4}" dt="2025-11-01T05:19:46.800" v="153"/>
          <ac:inkMkLst>
            <pc:docMk/>
            <pc:sldMk cId="2080041880" sldId="347"/>
            <ac:inkMk id="21" creationId="{D489D71D-CB3E-40D6-1862-BED54DADD19E}"/>
          </ac:inkMkLst>
        </pc:inkChg>
        <pc:inkChg chg="add mod">
          <ac:chgData name="Vikash Singh" userId="75c4977ca9f66ea5" providerId="LiveId" clId="{E662B69C-3255-4899-BB94-F0DF42536EA4}" dt="2025-11-01T05:19:46.800" v="153"/>
          <ac:inkMkLst>
            <pc:docMk/>
            <pc:sldMk cId="2080041880" sldId="347"/>
            <ac:inkMk id="23" creationId="{97BFF994-AEB1-79EE-2AAC-CF9F1546F285}"/>
          </ac:inkMkLst>
        </pc:inkChg>
        <pc:inkChg chg="add mod">
          <ac:chgData name="Vikash Singh" userId="75c4977ca9f66ea5" providerId="LiveId" clId="{E662B69C-3255-4899-BB94-F0DF42536EA4}" dt="2025-11-01T05:19:46.800" v="153"/>
          <ac:inkMkLst>
            <pc:docMk/>
            <pc:sldMk cId="2080041880" sldId="347"/>
            <ac:inkMk id="24" creationId="{4C9E7999-32AA-4DDF-08AF-D54F2F3AB3CD}"/>
          </ac:inkMkLst>
        </pc:inkChg>
        <pc:inkChg chg="add mod">
          <ac:chgData name="Vikash Singh" userId="75c4977ca9f66ea5" providerId="LiveId" clId="{E662B69C-3255-4899-BB94-F0DF42536EA4}" dt="2025-11-01T05:19:46.800" v="153"/>
          <ac:inkMkLst>
            <pc:docMk/>
            <pc:sldMk cId="2080041880" sldId="347"/>
            <ac:inkMk id="25" creationId="{9BD2B632-00B5-15FA-3890-566CC1939DA4}"/>
          </ac:inkMkLst>
        </pc:inkChg>
        <pc:inkChg chg="add mod">
          <ac:chgData name="Vikash Singh" userId="75c4977ca9f66ea5" providerId="LiveId" clId="{E662B69C-3255-4899-BB94-F0DF42536EA4}" dt="2025-11-01T05:19:46.800" v="153"/>
          <ac:inkMkLst>
            <pc:docMk/>
            <pc:sldMk cId="2080041880" sldId="347"/>
            <ac:inkMk id="27" creationId="{D4AE6739-977D-18BA-6DEB-EB7F42F6A6EF}"/>
          </ac:inkMkLst>
        </pc:inkChg>
        <pc:inkChg chg="add mod">
          <ac:chgData name="Vikash Singh" userId="75c4977ca9f66ea5" providerId="LiveId" clId="{E662B69C-3255-4899-BB94-F0DF42536EA4}" dt="2025-11-01T05:19:46.800" v="153"/>
          <ac:inkMkLst>
            <pc:docMk/>
            <pc:sldMk cId="2080041880" sldId="347"/>
            <ac:inkMk id="29" creationId="{430ACCE7-343B-AE35-B266-9B07E4725A39}"/>
          </ac:inkMkLst>
        </pc:inkChg>
        <pc:inkChg chg="add mod">
          <ac:chgData name="Vikash Singh" userId="75c4977ca9f66ea5" providerId="LiveId" clId="{E662B69C-3255-4899-BB94-F0DF42536EA4}" dt="2025-11-01T05:19:46.800" v="153"/>
          <ac:inkMkLst>
            <pc:docMk/>
            <pc:sldMk cId="2080041880" sldId="347"/>
            <ac:inkMk id="31" creationId="{1ED23E4C-EA77-EE82-5FBF-01E1C607599C}"/>
          </ac:inkMkLst>
        </pc:inkChg>
        <pc:inkChg chg="add mod">
          <ac:chgData name="Vikash Singh" userId="75c4977ca9f66ea5" providerId="LiveId" clId="{E662B69C-3255-4899-BB94-F0DF42536EA4}" dt="2025-11-01T05:19:59.963" v="164"/>
          <ac:inkMkLst>
            <pc:docMk/>
            <pc:sldMk cId="2080041880" sldId="347"/>
            <ac:inkMk id="33" creationId="{67C6A0BF-3A4C-764C-2263-F5F0E7133A3A}"/>
          </ac:inkMkLst>
        </pc:inkChg>
        <pc:inkChg chg="add mod">
          <ac:chgData name="Vikash Singh" userId="75c4977ca9f66ea5" providerId="LiveId" clId="{E662B69C-3255-4899-BB94-F0DF42536EA4}" dt="2025-11-01T05:19:59.963" v="164"/>
          <ac:inkMkLst>
            <pc:docMk/>
            <pc:sldMk cId="2080041880" sldId="347"/>
            <ac:inkMk id="34" creationId="{BFF7619A-4487-A630-80F6-4C307228FF26}"/>
          </ac:inkMkLst>
        </pc:inkChg>
        <pc:inkChg chg="add mod">
          <ac:chgData name="Vikash Singh" userId="75c4977ca9f66ea5" providerId="LiveId" clId="{E662B69C-3255-4899-BB94-F0DF42536EA4}" dt="2025-11-01T05:19:59.963" v="164"/>
          <ac:inkMkLst>
            <pc:docMk/>
            <pc:sldMk cId="2080041880" sldId="347"/>
            <ac:inkMk id="35" creationId="{3E2D19C1-F7A6-353B-AF3F-8B6C1B93438C}"/>
          </ac:inkMkLst>
        </pc:inkChg>
        <pc:inkChg chg="add mod">
          <ac:chgData name="Vikash Singh" userId="75c4977ca9f66ea5" providerId="LiveId" clId="{E662B69C-3255-4899-BB94-F0DF42536EA4}" dt="2025-11-01T05:19:59.963" v="164"/>
          <ac:inkMkLst>
            <pc:docMk/>
            <pc:sldMk cId="2080041880" sldId="347"/>
            <ac:inkMk id="36" creationId="{61657FEB-93D0-4971-AFA6-3DE5A9B78FDE}"/>
          </ac:inkMkLst>
        </pc:inkChg>
        <pc:inkChg chg="add mod">
          <ac:chgData name="Vikash Singh" userId="75c4977ca9f66ea5" providerId="LiveId" clId="{E662B69C-3255-4899-BB94-F0DF42536EA4}" dt="2025-11-01T05:19:59.963" v="164"/>
          <ac:inkMkLst>
            <pc:docMk/>
            <pc:sldMk cId="2080041880" sldId="347"/>
            <ac:inkMk id="38" creationId="{E21FCC86-DCCA-DFA4-B549-9F2C1623835A}"/>
          </ac:inkMkLst>
        </pc:inkChg>
        <pc:inkChg chg="add mod">
          <ac:chgData name="Vikash Singh" userId="75c4977ca9f66ea5" providerId="LiveId" clId="{E662B69C-3255-4899-BB94-F0DF42536EA4}" dt="2025-11-01T05:20:04.678" v="166"/>
          <ac:inkMkLst>
            <pc:docMk/>
            <pc:sldMk cId="2080041880" sldId="347"/>
            <ac:inkMk id="39" creationId="{F0A41416-6F93-DB3D-FF3C-B95CF78D01EF}"/>
          </ac:inkMkLst>
        </pc:inkChg>
        <pc:inkChg chg="add mod">
          <ac:chgData name="Vikash Singh" userId="75c4977ca9f66ea5" providerId="LiveId" clId="{E662B69C-3255-4899-BB94-F0DF42536EA4}" dt="2025-11-01T05:20:04.678" v="166"/>
          <ac:inkMkLst>
            <pc:docMk/>
            <pc:sldMk cId="2080041880" sldId="347"/>
            <ac:inkMk id="41" creationId="{A33BEA06-0CF6-B606-BC8B-8AAF7A0067EA}"/>
          </ac:inkMkLst>
        </pc:inkChg>
        <pc:inkChg chg="add mod">
          <ac:chgData name="Vikash Singh" userId="75c4977ca9f66ea5" providerId="LiveId" clId="{E662B69C-3255-4899-BB94-F0DF42536EA4}" dt="2025-11-01T05:20:04.678" v="166"/>
          <ac:inkMkLst>
            <pc:docMk/>
            <pc:sldMk cId="2080041880" sldId="347"/>
            <ac:inkMk id="42" creationId="{F5726D19-8681-2B37-2529-C654059A0FE2}"/>
          </ac:inkMkLst>
        </pc:inkChg>
        <pc:inkChg chg="add mod">
          <ac:chgData name="Vikash Singh" userId="75c4977ca9f66ea5" providerId="LiveId" clId="{E662B69C-3255-4899-BB94-F0DF42536EA4}" dt="2025-11-01T05:20:04.678" v="166"/>
          <ac:inkMkLst>
            <pc:docMk/>
            <pc:sldMk cId="2080041880" sldId="347"/>
            <ac:inkMk id="44" creationId="{E65BA74B-053B-CB9F-C96E-53F3382BAE1A}"/>
          </ac:inkMkLst>
        </pc:inkChg>
        <pc:inkChg chg="add mod">
          <ac:chgData name="Vikash Singh" userId="75c4977ca9f66ea5" providerId="LiveId" clId="{E662B69C-3255-4899-BB94-F0DF42536EA4}" dt="2025-11-01T05:20:13.772" v="169"/>
          <ac:inkMkLst>
            <pc:docMk/>
            <pc:sldMk cId="2080041880" sldId="347"/>
            <ac:inkMk id="46" creationId="{3486103C-3393-DAED-9777-44C7B8BCD109}"/>
          </ac:inkMkLst>
        </pc:inkChg>
        <pc:inkChg chg="add mod">
          <ac:chgData name="Vikash Singh" userId="75c4977ca9f66ea5" providerId="LiveId" clId="{E662B69C-3255-4899-BB94-F0DF42536EA4}" dt="2025-11-01T05:20:13.772" v="169"/>
          <ac:inkMkLst>
            <pc:docMk/>
            <pc:sldMk cId="2080041880" sldId="347"/>
            <ac:inkMk id="47" creationId="{1C9EDBDD-F197-E400-FC79-D38EA627D453}"/>
          </ac:inkMkLst>
        </pc:inkChg>
        <pc:inkChg chg="add mod">
          <ac:chgData name="Vikash Singh" userId="75c4977ca9f66ea5" providerId="LiveId" clId="{E662B69C-3255-4899-BB94-F0DF42536EA4}" dt="2025-11-01T05:20:18.852" v="174"/>
          <ac:inkMkLst>
            <pc:docMk/>
            <pc:sldMk cId="2080041880" sldId="347"/>
            <ac:inkMk id="49" creationId="{ECC64301-74FE-CECF-BB6E-B95A4082DBC5}"/>
          </ac:inkMkLst>
        </pc:inkChg>
        <pc:inkChg chg="add mod">
          <ac:chgData name="Vikash Singh" userId="75c4977ca9f66ea5" providerId="LiveId" clId="{E662B69C-3255-4899-BB94-F0DF42536EA4}" dt="2025-11-01T05:20:18.852" v="174"/>
          <ac:inkMkLst>
            <pc:docMk/>
            <pc:sldMk cId="2080041880" sldId="347"/>
            <ac:inkMk id="50" creationId="{53A80B3E-E72E-07FC-FB23-165C87F08F39}"/>
          </ac:inkMkLst>
        </pc:inkChg>
        <pc:inkChg chg="add mod">
          <ac:chgData name="Vikash Singh" userId="75c4977ca9f66ea5" providerId="LiveId" clId="{E662B69C-3255-4899-BB94-F0DF42536EA4}" dt="2025-11-01T05:20:18.852" v="174"/>
          <ac:inkMkLst>
            <pc:docMk/>
            <pc:sldMk cId="2080041880" sldId="347"/>
            <ac:inkMk id="51" creationId="{7EADCCB4-BFD1-23C5-66C0-8D5DAFC0B2FC}"/>
          </ac:inkMkLst>
        </pc:inkChg>
        <pc:inkChg chg="add mod">
          <ac:chgData name="Vikash Singh" userId="75c4977ca9f66ea5" providerId="LiveId" clId="{E662B69C-3255-4899-BB94-F0DF42536EA4}" dt="2025-11-01T05:20:18.852" v="174"/>
          <ac:inkMkLst>
            <pc:docMk/>
            <pc:sldMk cId="2080041880" sldId="347"/>
            <ac:inkMk id="52" creationId="{4430AA1F-1810-DA16-202B-B41A69156026}"/>
          </ac:inkMkLst>
        </pc:inkChg>
        <pc:inkChg chg="add">
          <ac:chgData name="Vikash Singh" userId="75c4977ca9f66ea5" providerId="LiveId" clId="{E662B69C-3255-4899-BB94-F0DF42536EA4}" dt="2025-11-01T05:20:20.458" v="175" actId="9405"/>
          <ac:inkMkLst>
            <pc:docMk/>
            <pc:sldMk cId="2080041880" sldId="347"/>
            <ac:inkMk id="54" creationId="{11D1826C-B490-2835-D2ED-0D3296037BD5}"/>
          </ac:inkMkLst>
        </pc:inkChg>
        <pc:inkChg chg="add mod">
          <ac:chgData name="Vikash Singh" userId="75c4977ca9f66ea5" providerId="LiveId" clId="{E662B69C-3255-4899-BB94-F0DF42536EA4}" dt="2025-11-01T05:20:48.456" v="188"/>
          <ac:inkMkLst>
            <pc:docMk/>
            <pc:sldMk cId="2080041880" sldId="347"/>
            <ac:inkMk id="55" creationId="{58E0B857-37AD-A410-3378-D4CFE73B7088}"/>
          </ac:inkMkLst>
        </pc:inkChg>
        <pc:inkChg chg="add mod">
          <ac:chgData name="Vikash Singh" userId="75c4977ca9f66ea5" providerId="LiveId" clId="{E662B69C-3255-4899-BB94-F0DF42536EA4}" dt="2025-11-01T05:20:48.456" v="188"/>
          <ac:inkMkLst>
            <pc:docMk/>
            <pc:sldMk cId="2080041880" sldId="347"/>
            <ac:inkMk id="56" creationId="{DB9D2F52-46FB-A4D7-9DAB-B8E85701A3DE}"/>
          </ac:inkMkLst>
        </pc:inkChg>
        <pc:inkChg chg="add mod">
          <ac:chgData name="Vikash Singh" userId="75c4977ca9f66ea5" providerId="LiveId" clId="{E662B69C-3255-4899-BB94-F0DF42536EA4}" dt="2025-11-01T05:20:48.456" v="188"/>
          <ac:inkMkLst>
            <pc:docMk/>
            <pc:sldMk cId="2080041880" sldId="347"/>
            <ac:inkMk id="58" creationId="{8E436B3F-BF81-F904-B8D3-313B9A427210}"/>
          </ac:inkMkLst>
        </pc:inkChg>
        <pc:inkChg chg="add mod">
          <ac:chgData name="Vikash Singh" userId="75c4977ca9f66ea5" providerId="LiveId" clId="{E662B69C-3255-4899-BB94-F0DF42536EA4}" dt="2025-11-01T05:20:48.456" v="188"/>
          <ac:inkMkLst>
            <pc:docMk/>
            <pc:sldMk cId="2080041880" sldId="347"/>
            <ac:inkMk id="59" creationId="{2010A3D7-BADF-B6E1-4291-8C0BB1DBC6D9}"/>
          </ac:inkMkLst>
        </pc:inkChg>
        <pc:inkChg chg="add mod">
          <ac:chgData name="Vikash Singh" userId="75c4977ca9f66ea5" providerId="LiveId" clId="{E662B69C-3255-4899-BB94-F0DF42536EA4}" dt="2025-11-01T05:20:48.456" v="188"/>
          <ac:inkMkLst>
            <pc:docMk/>
            <pc:sldMk cId="2080041880" sldId="347"/>
            <ac:inkMk id="61" creationId="{8ED7A978-3807-34E0-3FD3-BDC1DEF2E63F}"/>
          </ac:inkMkLst>
        </pc:inkChg>
        <pc:inkChg chg="add mod">
          <ac:chgData name="Vikash Singh" userId="75c4977ca9f66ea5" providerId="LiveId" clId="{E662B69C-3255-4899-BB94-F0DF42536EA4}" dt="2025-11-01T05:20:48.456" v="188"/>
          <ac:inkMkLst>
            <pc:docMk/>
            <pc:sldMk cId="2080041880" sldId="347"/>
            <ac:inkMk id="62" creationId="{7D411B9E-6503-291E-AE29-F61664656D85}"/>
          </ac:inkMkLst>
        </pc:inkChg>
        <pc:inkChg chg="add mod">
          <ac:chgData name="Vikash Singh" userId="75c4977ca9f66ea5" providerId="LiveId" clId="{E662B69C-3255-4899-BB94-F0DF42536EA4}" dt="2025-11-01T05:20:48.456" v="188"/>
          <ac:inkMkLst>
            <pc:docMk/>
            <pc:sldMk cId="2080041880" sldId="347"/>
            <ac:inkMk id="64" creationId="{3E286A8E-72CF-1682-32B4-C0B565833B5A}"/>
          </ac:inkMkLst>
        </pc:inkChg>
      </pc:sldChg>
      <pc:sldChg chg="addSp delSp modSp mod">
        <pc:chgData name="Vikash Singh" userId="75c4977ca9f66ea5" providerId="LiveId" clId="{E662B69C-3255-4899-BB94-F0DF42536EA4}" dt="2025-11-01T05:20:29.488" v="177"/>
        <pc:sldMkLst>
          <pc:docMk/>
          <pc:sldMk cId="2460416973" sldId="348"/>
        </pc:sldMkLst>
        <pc:grpChg chg="mod">
          <ac:chgData name="Vikash Singh" userId="75c4977ca9f66ea5" providerId="LiveId" clId="{E662B69C-3255-4899-BB94-F0DF42536EA4}" dt="2025-11-01T05:17:02.251" v="97"/>
          <ac:grpSpMkLst>
            <pc:docMk/>
            <pc:sldMk cId="2460416973" sldId="348"/>
            <ac:grpSpMk id="8" creationId="{F8F00C76-C097-3761-D1BD-0B443B453D5E}"/>
          </ac:grpSpMkLst>
        </pc:grpChg>
        <pc:grpChg chg="mod">
          <ac:chgData name="Vikash Singh" userId="75c4977ca9f66ea5" providerId="LiveId" clId="{E662B69C-3255-4899-BB94-F0DF42536EA4}" dt="2025-11-01T05:17:09.473" v="103"/>
          <ac:grpSpMkLst>
            <pc:docMk/>
            <pc:sldMk cId="2460416973" sldId="348"/>
            <ac:grpSpMk id="14" creationId="{3A740A7E-6608-9AB6-62F5-5CBDB3E14A9A}"/>
          </ac:grpSpMkLst>
        </pc:grpChg>
        <pc:grpChg chg="del mod">
          <ac:chgData name="Vikash Singh" userId="75c4977ca9f66ea5" providerId="LiveId" clId="{E662B69C-3255-4899-BB94-F0DF42536EA4}" dt="2025-11-01T05:17:37.650" v="110"/>
          <ac:grpSpMkLst>
            <pc:docMk/>
            <pc:sldMk cId="2460416973" sldId="348"/>
            <ac:grpSpMk id="18" creationId="{EF36A636-4550-8204-1523-9108F50EAAA8}"/>
          </ac:grpSpMkLst>
        </pc:grpChg>
        <pc:grpChg chg="del mod">
          <ac:chgData name="Vikash Singh" userId="75c4977ca9f66ea5" providerId="LiveId" clId="{E662B69C-3255-4899-BB94-F0DF42536EA4}" dt="2025-11-01T05:17:41.540" v="114"/>
          <ac:grpSpMkLst>
            <pc:docMk/>
            <pc:sldMk cId="2460416973" sldId="348"/>
            <ac:grpSpMk id="21" creationId="{861AC663-1B7D-79F5-319F-E871196A3D68}"/>
          </ac:grpSpMkLst>
        </pc:grpChg>
        <pc:grpChg chg="del mod">
          <ac:chgData name="Vikash Singh" userId="75c4977ca9f66ea5" providerId="LiveId" clId="{E662B69C-3255-4899-BB94-F0DF42536EA4}" dt="2025-11-01T05:17:51.287" v="122"/>
          <ac:grpSpMkLst>
            <pc:docMk/>
            <pc:sldMk cId="2460416973" sldId="348"/>
            <ac:grpSpMk id="25" creationId="{DB7B76AB-ECAD-1A92-6576-ABD67D491F48}"/>
          </ac:grpSpMkLst>
        </pc:grpChg>
        <pc:grpChg chg="del mod">
          <ac:chgData name="Vikash Singh" userId="75c4977ca9f66ea5" providerId="LiveId" clId="{E662B69C-3255-4899-BB94-F0DF42536EA4}" dt="2025-11-01T05:17:51.287" v="122"/>
          <ac:grpSpMkLst>
            <pc:docMk/>
            <pc:sldMk cId="2460416973" sldId="348"/>
            <ac:grpSpMk id="31" creationId="{8F40D258-59CE-EF6B-D471-6829189F3435}"/>
          </ac:grpSpMkLst>
        </pc:grpChg>
        <pc:grpChg chg="mod">
          <ac:chgData name="Vikash Singh" userId="75c4977ca9f66ea5" providerId="LiveId" clId="{E662B69C-3255-4899-BB94-F0DF42536EA4}" dt="2025-11-01T05:17:51.287" v="122"/>
          <ac:grpSpMkLst>
            <pc:docMk/>
            <pc:sldMk cId="2460416973" sldId="348"/>
            <ac:grpSpMk id="33" creationId="{ECAAF3A6-82FA-C279-6ED0-5E89CFC5DC05}"/>
          </ac:grpSpMkLst>
        </pc:grpChg>
        <pc:grpChg chg="del mod">
          <ac:chgData name="Vikash Singh" userId="75c4977ca9f66ea5" providerId="LiveId" clId="{E662B69C-3255-4899-BB94-F0DF42536EA4}" dt="2025-11-01T05:18:11.543" v="129"/>
          <ac:grpSpMkLst>
            <pc:docMk/>
            <pc:sldMk cId="2460416973" sldId="348"/>
            <ac:grpSpMk id="38" creationId="{F913832A-8BAA-24B7-12E3-9093596BCC92}"/>
          </ac:grpSpMkLst>
        </pc:grpChg>
        <pc:grpChg chg="del mod">
          <ac:chgData name="Vikash Singh" userId="75c4977ca9f66ea5" providerId="LiveId" clId="{E662B69C-3255-4899-BB94-F0DF42536EA4}" dt="2025-11-01T05:20:29.488" v="177"/>
          <ac:grpSpMkLst>
            <pc:docMk/>
            <pc:sldMk cId="2460416973" sldId="348"/>
            <ac:grpSpMk id="40" creationId="{B0C2F3C3-2C66-20CD-13A5-81BB73841441}"/>
          </ac:grpSpMkLst>
        </pc:grpChg>
        <pc:grpChg chg="mod">
          <ac:chgData name="Vikash Singh" userId="75c4977ca9f66ea5" providerId="LiveId" clId="{E662B69C-3255-4899-BB94-F0DF42536EA4}" dt="2025-11-01T05:20:29.488" v="177"/>
          <ac:grpSpMkLst>
            <pc:docMk/>
            <pc:sldMk cId="2460416973" sldId="348"/>
            <ac:grpSpMk id="44" creationId="{43DF03A8-6378-BC4B-CECF-4F7FE0D1598D}"/>
          </ac:grpSpMkLst>
        </pc:grpChg>
        <pc:inkChg chg="add">
          <ac:chgData name="Vikash Singh" userId="75c4977ca9f66ea5" providerId="LiveId" clId="{E662B69C-3255-4899-BB94-F0DF42536EA4}" dt="2025-11-01T05:16:46.866" v="93" actId="9405"/>
          <ac:inkMkLst>
            <pc:docMk/>
            <pc:sldMk cId="2460416973" sldId="348"/>
            <ac:inkMk id="4" creationId="{5CD4034F-DFBF-227F-471C-61BD5772475A}"/>
          </ac:inkMkLst>
        </pc:inkChg>
        <pc:inkChg chg="add mod">
          <ac:chgData name="Vikash Singh" userId="75c4977ca9f66ea5" providerId="LiveId" clId="{E662B69C-3255-4899-BB94-F0DF42536EA4}" dt="2025-11-01T05:17:02.251" v="97"/>
          <ac:inkMkLst>
            <pc:docMk/>
            <pc:sldMk cId="2460416973" sldId="348"/>
            <ac:inkMk id="5" creationId="{426F2468-049E-C835-2220-A39CCA469D5F}"/>
          </ac:inkMkLst>
        </pc:inkChg>
        <pc:inkChg chg="add mod">
          <ac:chgData name="Vikash Singh" userId="75c4977ca9f66ea5" providerId="LiveId" clId="{E662B69C-3255-4899-BB94-F0DF42536EA4}" dt="2025-11-01T05:17:02.251" v="97"/>
          <ac:inkMkLst>
            <pc:docMk/>
            <pc:sldMk cId="2460416973" sldId="348"/>
            <ac:inkMk id="6" creationId="{681D5DAB-D8DB-11BD-D954-F140136774D7}"/>
          </ac:inkMkLst>
        </pc:inkChg>
        <pc:inkChg chg="add mod">
          <ac:chgData name="Vikash Singh" userId="75c4977ca9f66ea5" providerId="LiveId" clId="{E662B69C-3255-4899-BB94-F0DF42536EA4}" dt="2025-11-01T05:17:02.251" v="97"/>
          <ac:inkMkLst>
            <pc:docMk/>
            <pc:sldMk cId="2460416973" sldId="348"/>
            <ac:inkMk id="7" creationId="{0B52C14A-53D4-C226-45BE-033E63566065}"/>
          </ac:inkMkLst>
        </pc:inkChg>
        <pc:inkChg chg="add mod">
          <ac:chgData name="Vikash Singh" userId="75c4977ca9f66ea5" providerId="LiveId" clId="{E662B69C-3255-4899-BB94-F0DF42536EA4}" dt="2025-11-01T05:17:09.473" v="103"/>
          <ac:inkMkLst>
            <pc:docMk/>
            <pc:sldMk cId="2460416973" sldId="348"/>
            <ac:inkMk id="9" creationId="{001694B7-1513-76F0-A38C-D753694DA1D1}"/>
          </ac:inkMkLst>
        </pc:inkChg>
        <pc:inkChg chg="add mod">
          <ac:chgData name="Vikash Singh" userId="75c4977ca9f66ea5" providerId="LiveId" clId="{E662B69C-3255-4899-BB94-F0DF42536EA4}" dt="2025-11-01T05:17:09.473" v="103"/>
          <ac:inkMkLst>
            <pc:docMk/>
            <pc:sldMk cId="2460416973" sldId="348"/>
            <ac:inkMk id="10" creationId="{8884694F-5684-7E31-1C3A-67CA8603F55C}"/>
          </ac:inkMkLst>
        </pc:inkChg>
        <pc:inkChg chg="add mod">
          <ac:chgData name="Vikash Singh" userId="75c4977ca9f66ea5" providerId="LiveId" clId="{E662B69C-3255-4899-BB94-F0DF42536EA4}" dt="2025-11-01T05:17:09.473" v="103"/>
          <ac:inkMkLst>
            <pc:docMk/>
            <pc:sldMk cId="2460416973" sldId="348"/>
            <ac:inkMk id="11" creationId="{2B692121-311C-55E2-C15C-956717A857C7}"/>
          </ac:inkMkLst>
        </pc:inkChg>
        <pc:inkChg chg="add mod">
          <ac:chgData name="Vikash Singh" userId="75c4977ca9f66ea5" providerId="LiveId" clId="{E662B69C-3255-4899-BB94-F0DF42536EA4}" dt="2025-11-01T05:17:09.473" v="103"/>
          <ac:inkMkLst>
            <pc:docMk/>
            <pc:sldMk cId="2460416973" sldId="348"/>
            <ac:inkMk id="12" creationId="{15921F2D-67F8-B732-8304-FF7A7FC8C68C}"/>
          </ac:inkMkLst>
        </pc:inkChg>
        <pc:inkChg chg="add mod">
          <ac:chgData name="Vikash Singh" userId="75c4977ca9f66ea5" providerId="LiveId" clId="{E662B69C-3255-4899-BB94-F0DF42536EA4}" dt="2025-11-01T05:17:09.473" v="103"/>
          <ac:inkMkLst>
            <pc:docMk/>
            <pc:sldMk cId="2460416973" sldId="348"/>
            <ac:inkMk id="13" creationId="{5592E328-2221-8296-2628-06CF32574A64}"/>
          </ac:inkMkLst>
        </pc:inkChg>
        <pc:inkChg chg="add mod">
          <ac:chgData name="Vikash Singh" userId="75c4977ca9f66ea5" providerId="LiveId" clId="{E662B69C-3255-4899-BB94-F0DF42536EA4}" dt="2025-11-01T05:17:51.287" v="122"/>
          <ac:inkMkLst>
            <pc:docMk/>
            <pc:sldMk cId="2460416973" sldId="348"/>
            <ac:inkMk id="15" creationId="{ECAA5B47-ECFF-0081-E083-3CF7881F24E1}"/>
          </ac:inkMkLst>
        </pc:inkChg>
        <pc:inkChg chg="add mod">
          <ac:chgData name="Vikash Singh" userId="75c4977ca9f66ea5" providerId="LiveId" clId="{E662B69C-3255-4899-BB94-F0DF42536EA4}" dt="2025-11-01T05:17:51.287" v="122"/>
          <ac:inkMkLst>
            <pc:docMk/>
            <pc:sldMk cId="2460416973" sldId="348"/>
            <ac:inkMk id="16" creationId="{F5005FA5-351D-51EB-06FA-207AA0577438}"/>
          </ac:inkMkLst>
        </pc:inkChg>
        <pc:inkChg chg="add mod">
          <ac:chgData name="Vikash Singh" userId="75c4977ca9f66ea5" providerId="LiveId" clId="{E662B69C-3255-4899-BB94-F0DF42536EA4}" dt="2025-11-01T05:17:41.540" v="114"/>
          <ac:inkMkLst>
            <pc:docMk/>
            <pc:sldMk cId="2460416973" sldId="348"/>
            <ac:inkMk id="17" creationId="{FFFA4829-DA5A-6896-25E5-979C9DEEB068}"/>
          </ac:inkMkLst>
        </pc:inkChg>
        <pc:inkChg chg="add mod">
          <ac:chgData name="Vikash Singh" userId="75c4977ca9f66ea5" providerId="LiveId" clId="{E662B69C-3255-4899-BB94-F0DF42536EA4}" dt="2025-11-01T05:17:51.287" v="122"/>
          <ac:inkMkLst>
            <pc:docMk/>
            <pc:sldMk cId="2460416973" sldId="348"/>
            <ac:inkMk id="19" creationId="{F517FB63-BBC1-D63F-DA1B-2990E86C3AF9}"/>
          </ac:inkMkLst>
        </pc:inkChg>
        <pc:inkChg chg="add mod">
          <ac:chgData name="Vikash Singh" userId="75c4977ca9f66ea5" providerId="LiveId" clId="{E662B69C-3255-4899-BB94-F0DF42536EA4}" dt="2025-11-01T05:17:51.287" v="122"/>
          <ac:inkMkLst>
            <pc:docMk/>
            <pc:sldMk cId="2460416973" sldId="348"/>
            <ac:inkMk id="20" creationId="{650B047B-25AA-1F8A-307B-1D99AF8179F9}"/>
          </ac:inkMkLst>
        </pc:inkChg>
        <pc:inkChg chg="add mod">
          <ac:chgData name="Vikash Singh" userId="75c4977ca9f66ea5" providerId="LiveId" clId="{E662B69C-3255-4899-BB94-F0DF42536EA4}" dt="2025-11-01T05:17:41.540" v="114"/>
          <ac:inkMkLst>
            <pc:docMk/>
            <pc:sldMk cId="2460416973" sldId="348"/>
            <ac:inkMk id="22" creationId="{76714510-907B-B6DF-A605-8B8EA1C85D4E}"/>
          </ac:inkMkLst>
        </pc:inkChg>
        <pc:inkChg chg="add mod">
          <ac:chgData name="Vikash Singh" userId="75c4977ca9f66ea5" providerId="LiveId" clId="{E662B69C-3255-4899-BB94-F0DF42536EA4}" dt="2025-11-01T05:17:51.287" v="122"/>
          <ac:inkMkLst>
            <pc:docMk/>
            <pc:sldMk cId="2460416973" sldId="348"/>
            <ac:inkMk id="23" creationId="{E7272052-CAEF-D2C5-2279-C8843675B94F}"/>
          </ac:inkMkLst>
        </pc:inkChg>
        <pc:inkChg chg="add mod">
          <ac:chgData name="Vikash Singh" userId="75c4977ca9f66ea5" providerId="LiveId" clId="{E662B69C-3255-4899-BB94-F0DF42536EA4}" dt="2025-11-01T05:17:41.540" v="114"/>
          <ac:inkMkLst>
            <pc:docMk/>
            <pc:sldMk cId="2460416973" sldId="348"/>
            <ac:inkMk id="24" creationId="{505B40A6-C462-A5D4-8AD5-039285454D1B}"/>
          </ac:inkMkLst>
        </pc:inkChg>
        <pc:inkChg chg="add">
          <ac:chgData name="Vikash Singh" userId="75c4977ca9f66ea5" providerId="LiveId" clId="{E662B69C-3255-4899-BB94-F0DF42536EA4}" dt="2025-11-01T05:17:43.614" v="115" actId="9405"/>
          <ac:inkMkLst>
            <pc:docMk/>
            <pc:sldMk cId="2460416973" sldId="348"/>
            <ac:inkMk id="26" creationId="{78082E72-B1D5-DDB8-BB5E-625A43116F80}"/>
          </ac:inkMkLst>
        </pc:inkChg>
        <pc:inkChg chg="add">
          <ac:chgData name="Vikash Singh" userId="75c4977ca9f66ea5" providerId="LiveId" clId="{E662B69C-3255-4899-BB94-F0DF42536EA4}" dt="2025-11-01T05:17:45.519" v="116" actId="9405"/>
          <ac:inkMkLst>
            <pc:docMk/>
            <pc:sldMk cId="2460416973" sldId="348"/>
            <ac:inkMk id="27" creationId="{92CC039A-0533-491F-975F-DD46DDC15DEE}"/>
          </ac:inkMkLst>
        </pc:inkChg>
        <pc:inkChg chg="add">
          <ac:chgData name="Vikash Singh" userId="75c4977ca9f66ea5" providerId="LiveId" clId="{E662B69C-3255-4899-BB94-F0DF42536EA4}" dt="2025-11-01T05:17:46.639" v="117" actId="9405"/>
          <ac:inkMkLst>
            <pc:docMk/>
            <pc:sldMk cId="2460416973" sldId="348"/>
            <ac:inkMk id="28" creationId="{D9ED109C-5951-DB05-30AB-15F79DB68D7A}"/>
          </ac:inkMkLst>
        </pc:inkChg>
        <pc:inkChg chg="add mod">
          <ac:chgData name="Vikash Singh" userId="75c4977ca9f66ea5" providerId="LiveId" clId="{E662B69C-3255-4899-BB94-F0DF42536EA4}" dt="2025-11-01T05:17:49.883" v="120"/>
          <ac:inkMkLst>
            <pc:docMk/>
            <pc:sldMk cId="2460416973" sldId="348"/>
            <ac:inkMk id="29" creationId="{CB61E2EB-EC2D-B25A-13DB-022320E3115D}"/>
          </ac:inkMkLst>
        </pc:inkChg>
        <pc:inkChg chg="add mod">
          <ac:chgData name="Vikash Singh" userId="75c4977ca9f66ea5" providerId="LiveId" clId="{E662B69C-3255-4899-BB94-F0DF42536EA4}" dt="2025-11-01T05:17:51.287" v="122"/>
          <ac:inkMkLst>
            <pc:docMk/>
            <pc:sldMk cId="2460416973" sldId="348"/>
            <ac:inkMk id="30" creationId="{F9836082-C0F5-105F-E180-41E162FB27F6}"/>
          </ac:inkMkLst>
        </pc:inkChg>
        <pc:inkChg chg="add mod">
          <ac:chgData name="Vikash Singh" userId="75c4977ca9f66ea5" providerId="LiveId" clId="{E662B69C-3255-4899-BB94-F0DF42536EA4}" dt="2025-11-01T05:17:51.287" v="122"/>
          <ac:inkMkLst>
            <pc:docMk/>
            <pc:sldMk cId="2460416973" sldId="348"/>
            <ac:inkMk id="32" creationId="{9D354122-ABBB-7D29-F8B6-45A230A1D1A7}"/>
          </ac:inkMkLst>
        </pc:inkChg>
        <pc:inkChg chg="add">
          <ac:chgData name="Vikash Singh" userId="75c4977ca9f66ea5" providerId="LiveId" clId="{E662B69C-3255-4899-BB94-F0DF42536EA4}" dt="2025-11-01T05:17:55.863" v="123" actId="9405"/>
          <ac:inkMkLst>
            <pc:docMk/>
            <pc:sldMk cId="2460416973" sldId="348"/>
            <ac:inkMk id="34" creationId="{D51DAF7A-3104-2943-ADB9-7775EABBFECB}"/>
          </ac:inkMkLst>
        </pc:inkChg>
        <pc:inkChg chg="add">
          <ac:chgData name="Vikash Singh" userId="75c4977ca9f66ea5" providerId="LiveId" clId="{E662B69C-3255-4899-BB94-F0DF42536EA4}" dt="2025-11-01T05:18:00.850" v="124" actId="9405"/>
          <ac:inkMkLst>
            <pc:docMk/>
            <pc:sldMk cId="2460416973" sldId="348"/>
            <ac:inkMk id="35" creationId="{36D0AB57-1934-8EC6-BD50-B68D1B65539D}"/>
          </ac:inkMkLst>
        </pc:inkChg>
        <pc:inkChg chg="add mod">
          <ac:chgData name="Vikash Singh" userId="75c4977ca9f66ea5" providerId="LiveId" clId="{E662B69C-3255-4899-BB94-F0DF42536EA4}" dt="2025-11-01T05:20:29.488" v="177"/>
          <ac:inkMkLst>
            <pc:docMk/>
            <pc:sldMk cId="2460416973" sldId="348"/>
            <ac:inkMk id="36" creationId="{DE1A9954-72E3-37D5-AEB1-160B1228E0AE}"/>
          </ac:inkMkLst>
        </pc:inkChg>
        <pc:inkChg chg="add mod">
          <ac:chgData name="Vikash Singh" userId="75c4977ca9f66ea5" providerId="LiveId" clId="{E662B69C-3255-4899-BB94-F0DF42536EA4}" dt="2025-11-01T05:20:29.488" v="177"/>
          <ac:inkMkLst>
            <pc:docMk/>
            <pc:sldMk cId="2460416973" sldId="348"/>
            <ac:inkMk id="37" creationId="{D87718FE-05B2-1271-4609-EC5175DD06F5}"/>
          </ac:inkMkLst>
        </pc:inkChg>
        <pc:inkChg chg="add mod">
          <ac:chgData name="Vikash Singh" userId="75c4977ca9f66ea5" providerId="LiveId" clId="{E662B69C-3255-4899-BB94-F0DF42536EA4}" dt="2025-11-01T05:20:29.488" v="177"/>
          <ac:inkMkLst>
            <pc:docMk/>
            <pc:sldMk cId="2460416973" sldId="348"/>
            <ac:inkMk id="39" creationId="{A0073E9B-F143-8EC0-A547-59D45C979F5E}"/>
          </ac:inkMkLst>
        </pc:inkChg>
        <pc:inkChg chg="add">
          <ac:chgData name="Vikash Singh" userId="75c4977ca9f66ea5" providerId="LiveId" clId="{E662B69C-3255-4899-BB94-F0DF42536EA4}" dt="2025-11-01T05:18:32.321" v="130" actId="9405"/>
          <ac:inkMkLst>
            <pc:docMk/>
            <pc:sldMk cId="2460416973" sldId="348"/>
            <ac:inkMk id="41" creationId="{45AE1EE5-E62A-272D-B787-CB76AEFAACEB}"/>
          </ac:inkMkLst>
        </pc:inkChg>
        <pc:inkChg chg="add">
          <ac:chgData name="Vikash Singh" userId="75c4977ca9f66ea5" providerId="LiveId" clId="{E662B69C-3255-4899-BB94-F0DF42536EA4}" dt="2025-11-01T05:18:38.506" v="131" actId="9405"/>
          <ac:inkMkLst>
            <pc:docMk/>
            <pc:sldMk cId="2460416973" sldId="348"/>
            <ac:inkMk id="42" creationId="{A97BD34B-B05E-BA2D-7266-95B6034DB84D}"/>
          </ac:inkMkLst>
        </pc:inkChg>
        <pc:inkChg chg="add mod">
          <ac:chgData name="Vikash Singh" userId="75c4977ca9f66ea5" providerId="LiveId" clId="{E662B69C-3255-4899-BB94-F0DF42536EA4}" dt="2025-11-01T05:20:29.488" v="177"/>
          <ac:inkMkLst>
            <pc:docMk/>
            <pc:sldMk cId="2460416973" sldId="348"/>
            <ac:inkMk id="43" creationId="{72637F32-CD83-BF2A-043F-D932F08E664A}"/>
          </ac:inkMkLst>
        </pc:inkChg>
      </pc:sldChg>
      <pc:sldChg chg="modSp mod">
        <pc:chgData name="Vikash Singh" userId="75c4977ca9f66ea5" providerId="LiveId" clId="{E662B69C-3255-4899-BB94-F0DF42536EA4}" dt="2025-11-01T05:27:26.423" v="318" actId="20577"/>
        <pc:sldMkLst>
          <pc:docMk/>
          <pc:sldMk cId="1704760159" sldId="349"/>
        </pc:sldMkLst>
        <pc:spChg chg="mod">
          <ac:chgData name="Vikash Singh" userId="75c4977ca9f66ea5" providerId="LiveId" clId="{E662B69C-3255-4899-BB94-F0DF42536EA4}" dt="2025-11-01T05:27:26.423" v="318" actId="20577"/>
          <ac:spMkLst>
            <pc:docMk/>
            <pc:sldMk cId="1704760159" sldId="349"/>
            <ac:spMk id="3" creationId="{3B7F5B73-49F6-D989-35CD-69F8B3E5EA89}"/>
          </ac:spMkLst>
        </pc:spChg>
      </pc:sldChg>
      <pc:sldChg chg="new">
        <pc:chgData name="Vikash Singh" userId="75c4977ca9f66ea5" providerId="LiveId" clId="{E662B69C-3255-4899-BB94-F0DF42536EA4}" dt="2025-11-01T05:22:34.606" v="189" actId="680"/>
        <pc:sldMkLst>
          <pc:docMk/>
          <pc:sldMk cId="3462113310" sldId="358"/>
        </pc:sldMkLst>
      </pc:sldChg>
      <pc:sldChg chg="addSp modSp new mod">
        <pc:chgData name="Vikash Singh" userId="75c4977ca9f66ea5" providerId="LiveId" clId="{E662B69C-3255-4899-BB94-F0DF42536EA4}" dt="2025-11-01T05:25:09.848" v="280" actId="20577"/>
        <pc:sldMkLst>
          <pc:docMk/>
          <pc:sldMk cId="2034204952" sldId="359"/>
        </pc:sldMkLst>
        <pc:graphicFrameChg chg="add modGraphic">
          <ac:chgData name="Vikash Singh" userId="75c4977ca9f66ea5" providerId="LiveId" clId="{E662B69C-3255-4899-BB94-F0DF42536EA4}" dt="2025-11-01T05:25:09.848" v="280" actId="20577"/>
          <ac:graphicFrameMkLst>
            <pc:docMk/>
            <pc:sldMk cId="2034204952" sldId="359"/>
            <ac:graphicFrameMk id="2" creationId="{440DA2A3-701E-A746-45CB-E0C57BBB7A79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3793126-275C-4105-9AC6-3E8CC7C1FE28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272BF80-B15B-41D3-B98A-01E5F10C5972}">
      <dgm:prSet custT="1"/>
      <dgm:spPr>
        <a:xfrm>
          <a:off x="2801" y="1034701"/>
          <a:ext cx="1516716" cy="2123402"/>
        </a:xfrm>
        <a:prstGeom prst="rect">
          <a:avLst/>
        </a:prstGeom>
        <a:solidFill>
          <a:srgbClr val="C0504D">
            <a:tint val="40000"/>
            <a:alpha val="90000"/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28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1. Formulate H₀ and H₁</a:t>
          </a:r>
        </a:p>
      </dgm:t>
    </dgm:pt>
    <dgm:pt modelId="{C2AAA2C8-534B-438E-AC89-1CD7B1B34FDB}" type="parTrans" cxnId="{5EDB7397-6B23-4F1C-BA7C-FB6F5605DCF3}">
      <dgm:prSet/>
      <dgm:spPr/>
      <dgm:t>
        <a:bodyPr/>
        <a:lstStyle/>
        <a:p>
          <a:endParaRPr lang="en-US" sz="2400"/>
        </a:p>
      </dgm:t>
    </dgm:pt>
    <dgm:pt modelId="{251FA6B0-9B02-4F03-96E8-880BEDA9DC4A}" type="sibTrans" cxnId="{5EDB7397-6B23-4F1C-BA7C-FB6F5605DCF3}">
      <dgm:prSet phldrT="1" phldr="0" custT="1"/>
      <dgm:spPr>
        <a:xfrm>
          <a:off x="442649" y="1247041"/>
          <a:ext cx="637020" cy="637020"/>
        </a:xfrm>
        <a:prstGeom prst="ellipse">
          <a:avLst/>
        </a:prstGeom>
        <a:solidFill>
          <a:srgbClr val="C0504D"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C0504D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44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1</a:t>
          </a:r>
        </a:p>
      </dgm:t>
    </dgm:pt>
    <dgm:pt modelId="{527ACD2C-3D1A-4F4E-ADAC-2E0CF11CB429}">
      <dgm:prSet custT="1"/>
      <dgm:spPr>
        <a:xfrm>
          <a:off x="1671189" y="1034701"/>
          <a:ext cx="1516716" cy="2123402"/>
        </a:xfrm>
        <a:prstGeom prst="rect">
          <a:avLst/>
        </a:prstGeom>
        <a:solidFill>
          <a:srgbClr val="C0504D">
            <a:tint val="40000"/>
            <a:alpha val="90000"/>
            <a:hueOff val="1256455"/>
            <a:satOff val="-1094"/>
            <a:lumOff val="-1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1256455"/>
              <a:satOff val="-1094"/>
              <a:lumOff val="-1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28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2. Choose α</a:t>
          </a:r>
        </a:p>
      </dgm:t>
    </dgm:pt>
    <dgm:pt modelId="{B0CE9C4D-88A5-45AE-AA9D-4D9A776439F1}" type="parTrans" cxnId="{82A4D16A-BF27-4AAD-8F90-16592DEB6686}">
      <dgm:prSet/>
      <dgm:spPr/>
      <dgm:t>
        <a:bodyPr/>
        <a:lstStyle/>
        <a:p>
          <a:endParaRPr lang="en-US" sz="2400"/>
        </a:p>
      </dgm:t>
    </dgm:pt>
    <dgm:pt modelId="{D45242D8-A887-446C-B376-892C86E41701}" type="sibTrans" cxnId="{82A4D16A-BF27-4AAD-8F90-16592DEB6686}">
      <dgm:prSet phldrT="2" phldr="0" custT="1"/>
      <dgm:spPr>
        <a:xfrm>
          <a:off x="2111037" y="1247041"/>
          <a:ext cx="637020" cy="637020"/>
        </a:xfrm>
        <a:prstGeom prst="ellipse">
          <a:avLst/>
        </a:prstGeom>
        <a:solidFill>
          <a:srgbClr val="C0504D">
            <a:hueOff val="1040338"/>
            <a:satOff val="-1298"/>
            <a:lumOff val="305"/>
            <a:alphaOff val="0"/>
          </a:srgbClr>
        </a:solidFill>
        <a:ln w="25400" cap="flat" cmpd="sng" algn="ctr">
          <a:solidFill>
            <a:srgbClr val="C0504D">
              <a:hueOff val="1040338"/>
              <a:satOff val="-1298"/>
              <a:lumOff val="305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44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2</a:t>
          </a:r>
        </a:p>
      </dgm:t>
    </dgm:pt>
    <dgm:pt modelId="{9A15EDEE-F983-4250-94D5-CFF6F635A413}">
      <dgm:prSet custT="1"/>
      <dgm:spPr>
        <a:xfrm>
          <a:off x="3339577" y="1034701"/>
          <a:ext cx="1516716" cy="2123402"/>
        </a:xfrm>
        <a:prstGeom prst="rect">
          <a:avLst/>
        </a:prstGeom>
        <a:solidFill>
          <a:srgbClr val="C0504D">
            <a:tint val="40000"/>
            <a:alpha val="90000"/>
            <a:hueOff val="2512910"/>
            <a:satOff val="-2189"/>
            <a:lumOff val="-3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2512910"/>
              <a:satOff val="-2189"/>
              <a:lumOff val="-3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28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3. Select Test</a:t>
          </a:r>
        </a:p>
      </dgm:t>
    </dgm:pt>
    <dgm:pt modelId="{0865333E-710E-4274-8A9F-8828D714E85B}" type="parTrans" cxnId="{3E26F86A-B0E6-4DE3-8AEC-77CBB835B9E6}">
      <dgm:prSet/>
      <dgm:spPr/>
      <dgm:t>
        <a:bodyPr/>
        <a:lstStyle/>
        <a:p>
          <a:endParaRPr lang="en-US" sz="2400"/>
        </a:p>
      </dgm:t>
    </dgm:pt>
    <dgm:pt modelId="{8ABA5563-B33F-4ED8-8F29-FEEAEA20B4FF}" type="sibTrans" cxnId="{3E26F86A-B0E6-4DE3-8AEC-77CBB835B9E6}">
      <dgm:prSet phldrT="3" phldr="0" custT="1"/>
      <dgm:spPr>
        <a:xfrm>
          <a:off x="3779425" y="1247041"/>
          <a:ext cx="637020" cy="637020"/>
        </a:xfrm>
        <a:prstGeom prst="ellipse">
          <a:avLst/>
        </a:prstGeom>
        <a:solidFill>
          <a:srgbClr val="C0504D">
            <a:hueOff val="2080675"/>
            <a:satOff val="-2595"/>
            <a:lumOff val="610"/>
            <a:alphaOff val="0"/>
          </a:srgbClr>
        </a:solidFill>
        <a:ln w="25400" cap="flat" cmpd="sng" algn="ctr">
          <a:solidFill>
            <a:srgbClr val="C0504D">
              <a:hueOff val="2080675"/>
              <a:satOff val="-2595"/>
              <a:lumOff val="610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44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3</a:t>
          </a:r>
        </a:p>
      </dgm:t>
    </dgm:pt>
    <dgm:pt modelId="{10D4076C-31F4-4AC5-9E7D-358D5C5EBEDC}">
      <dgm:prSet custT="1"/>
      <dgm:spPr>
        <a:xfrm>
          <a:off x="5007965" y="1034701"/>
          <a:ext cx="1516716" cy="2123402"/>
        </a:xfrm>
        <a:prstGeom prst="rect">
          <a:avLst/>
        </a:prstGeom>
        <a:solidFill>
          <a:srgbClr val="C0504D">
            <a:tint val="40000"/>
            <a:alpha val="90000"/>
            <a:hueOff val="3769366"/>
            <a:satOff val="-3283"/>
            <a:lumOff val="-4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3769366"/>
              <a:satOff val="-3283"/>
              <a:lumOff val="-4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28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4. Calculate Test Statistic</a:t>
          </a:r>
        </a:p>
      </dgm:t>
    </dgm:pt>
    <dgm:pt modelId="{66D82C1A-FF0B-4962-8AF2-DEE0D6B2954B}" type="parTrans" cxnId="{8E304737-40C9-417D-B62C-D12184BE209A}">
      <dgm:prSet/>
      <dgm:spPr/>
      <dgm:t>
        <a:bodyPr/>
        <a:lstStyle/>
        <a:p>
          <a:endParaRPr lang="en-US" sz="2400"/>
        </a:p>
      </dgm:t>
    </dgm:pt>
    <dgm:pt modelId="{0320836D-D6B6-4442-A8E0-C4ADF4E4FBB5}" type="sibTrans" cxnId="{8E304737-40C9-417D-B62C-D12184BE209A}">
      <dgm:prSet phldrT="4" phldr="0" custT="1"/>
      <dgm:spPr>
        <a:xfrm>
          <a:off x="5447813" y="1247041"/>
          <a:ext cx="637020" cy="637020"/>
        </a:xfrm>
        <a:prstGeom prst="ellipse">
          <a:avLst/>
        </a:prstGeom>
        <a:solidFill>
          <a:srgbClr val="C0504D">
            <a:hueOff val="3121013"/>
            <a:satOff val="-3893"/>
            <a:lumOff val="915"/>
            <a:alphaOff val="0"/>
          </a:srgbClr>
        </a:solidFill>
        <a:ln w="25400" cap="flat" cmpd="sng" algn="ctr">
          <a:solidFill>
            <a:srgbClr val="C0504D">
              <a:hueOff val="3121013"/>
              <a:satOff val="-3893"/>
              <a:lumOff val="915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44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4</a:t>
          </a:r>
        </a:p>
      </dgm:t>
    </dgm:pt>
    <dgm:pt modelId="{5C54DA42-9DF7-4B89-AE29-D208BD838CE4}">
      <dgm:prSet custT="1"/>
      <dgm:spPr>
        <a:xfrm>
          <a:off x="6676353" y="1034701"/>
          <a:ext cx="1516716" cy="2123402"/>
        </a:xfrm>
        <a:prstGeom prst="rect">
          <a:avLst/>
        </a:prstGeom>
        <a:solidFill>
          <a:srgbClr val="C0504D">
            <a:tint val="40000"/>
            <a:alpha val="90000"/>
            <a:hueOff val="5025821"/>
            <a:satOff val="-4378"/>
            <a:lumOff val="-6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5025821"/>
              <a:satOff val="-4378"/>
              <a:lumOff val="-6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28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5. Make Decision</a:t>
          </a:r>
        </a:p>
      </dgm:t>
    </dgm:pt>
    <dgm:pt modelId="{DC8584D3-6C21-479D-B929-2F465C070C1D}" type="parTrans" cxnId="{A83FC9F7-8B72-404E-8675-4C1BD12762D3}">
      <dgm:prSet/>
      <dgm:spPr/>
      <dgm:t>
        <a:bodyPr/>
        <a:lstStyle/>
        <a:p>
          <a:endParaRPr lang="en-US" sz="2400"/>
        </a:p>
      </dgm:t>
    </dgm:pt>
    <dgm:pt modelId="{09300398-15EE-47DB-902E-E2AC68FFA4CE}" type="sibTrans" cxnId="{A83FC9F7-8B72-404E-8675-4C1BD12762D3}">
      <dgm:prSet phldrT="5" phldr="0" custT="1"/>
      <dgm:spPr>
        <a:xfrm>
          <a:off x="7116201" y="1247041"/>
          <a:ext cx="637020" cy="637020"/>
        </a:xfrm>
        <a:prstGeom prst="ellipse">
          <a:avLst/>
        </a:prstGeom>
        <a:solidFill>
          <a:srgbClr val="C0504D">
            <a:hueOff val="4161350"/>
            <a:satOff val="-5190"/>
            <a:lumOff val="1220"/>
            <a:alphaOff val="0"/>
          </a:srgbClr>
        </a:solidFill>
        <a:ln w="25400" cap="flat" cmpd="sng" algn="ctr">
          <a:solidFill>
            <a:srgbClr val="C0504D">
              <a:hueOff val="4161350"/>
              <a:satOff val="-5190"/>
              <a:lumOff val="1220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44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5</a:t>
          </a:r>
        </a:p>
      </dgm:t>
    </dgm:pt>
    <dgm:pt modelId="{B21A0E6E-B807-446B-BBB0-091E49A5ECC4}" type="pres">
      <dgm:prSet presAssocID="{63793126-275C-4105-9AC6-3E8CC7C1FE28}" presName="Name0" presStyleCnt="0">
        <dgm:presLayoutVars>
          <dgm:animLvl val="lvl"/>
          <dgm:resizeHandles val="exact"/>
        </dgm:presLayoutVars>
      </dgm:prSet>
      <dgm:spPr/>
    </dgm:pt>
    <dgm:pt modelId="{687830B8-87D9-439C-A0F6-42855F016002}" type="pres">
      <dgm:prSet presAssocID="{2272BF80-B15B-41D3-B98A-01E5F10C5972}" presName="compositeNode" presStyleCnt="0">
        <dgm:presLayoutVars>
          <dgm:bulletEnabled val="1"/>
        </dgm:presLayoutVars>
      </dgm:prSet>
      <dgm:spPr/>
    </dgm:pt>
    <dgm:pt modelId="{0A469CC7-1368-443F-99BE-B318A37FD825}" type="pres">
      <dgm:prSet presAssocID="{2272BF80-B15B-41D3-B98A-01E5F10C5972}" presName="bgRect" presStyleLbl="bgAccFollowNode1" presStyleIdx="0" presStyleCnt="5"/>
      <dgm:spPr/>
    </dgm:pt>
    <dgm:pt modelId="{7769DB0C-F4C5-43F4-A2EE-C59E985FA7D1}" type="pres">
      <dgm:prSet presAssocID="{251FA6B0-9B02-4F03-96E8-880BEDA9DC4A}" presName="sibTransNodeCircle" presStyleLbl="alignNode1" presStyleIdx="0" presStyleCnt="10">
        <dgm:presLayoutVars>
          <dgm:chMax val="0"/>
          <dgm:bulletEnabled/>
        </dgm:presLayoutVars>
      </dgm:prSet>
      <dgm:spPr/>
    </dgm:pt>
    <dgm:pt modelId="{676BAA43-BB4F-44FD-8F7F-BAB3B4D8CE05}" type="pres">
      <dgm:prSet presAssocID="{2272BF80-B15B-41D3-B98A-01E5F10C5972}" presName="bottomLine" presStyleLbl="alignNode1" presStyleIdx="1" presStyleCnt="10">
        <dgm:presLayoutVars/>
      </dgm:prSet>
      <dgm:spPr>
        <a:xfrm>
          <a:off x="2801" y="3158031"/>
          <a:ext cx="1516716" cy="72"/>
        </a:xfrm>
        <a:prstGeom prst="rect">
          <a:avLst/>
        </a:prstGeom>
        <a:solidFill>
          <a:srgbClr val="C0504D">
            <a:hueOff val="520169"/>
            <a:satOff val="-649"/>
            <a:lumOff val="153"/>
            <a:alphaOff val="0"/>
          </a:srgbClr>
        </a:solidFill>
        <a:ln w="25400" cap="flat" cmpd="sng" algn="ctr">
          <a:solidFill>
            <a:srgbClr val="C0504D">
              <a:hueOff val="520169"/>
              <a:satOff val="-649"/>
              <a:lumOff val="153"/>
              <a:alphaOff val="0"/>
            </a:srgbClr>
          </a:solidFill>
          <a:prstDash val="solid"/>
        </a:ln>
        <a:effectLst/>
      </dgm:spPr>
    </dgm:pt>
    <dgm:pt modelId="{A79AB681-99BB-4B4F-99DB-64183A771F7F}" type="pres">
      <dgm:prSet presAssocID="{2272BF80-B15B-41D3-B98A-01E5F10C5972}" presName="nodeText" presStyleLbl="bgAccFollowNode1" presStyleIdx="0" presStyleCnt="5">
        <dgm:presLayoutVars>
          <dgm:bulletEnabled val="1"/>
        </dgm:presLayoutVars>
      </dgm:prSet>
      <dgm:spPr/>
    </dgm:pt>
    <dgm:pt modelId="{8CE687C0-EE9C-425A-A2B5-AD86850387FF}" type="pres">
      <dgm:prSet presAssocID="{251FA6B0-9B02-4F03-96E8-880BEDA9DC4A}" presName="sibTrans" presStyleCnt="0"/>
      <dgm:spPr/>
    </dgm:pt>
    <dgm:pt modelId="{7B8AAD21-3096-4C22-933B-07B68F3E6B8E}" type="pres">
      <dgm:prSet presAssocID="{527ACD2C-3D1A-4F4E-ADAC-2E0CF11CB429}" presName="compositeNode" presStyleCnt="0">
        <dgm:presLayoutVars>
          <dgm:bulletEnabled val="1"/>
        </dgm:presLayoutVars>
      </dgm:prSet>
      <dgm:spPr/>
    </dgm:pt>
    <dgm:pt modelId="{CCAA77D6-3105-4844-8CDB-FB625AF2EBD8}" type="pres">
      <dgm:prSet presAssocID="{527ACD2C-3D1A-4F4E-ADAC-2E0CF11CB429}" presName="bgRect" presStyleLbl="bgAccFollowNode1" presStyleIdx="1" presStyleCnt="5"/>
      <dgm:spPr/>
    </dgm:pt>
    <dgm:pt modelId="{2B5F2ECC-A55D-4DAE-A8F2-B779FA86D71D}" type="pres">
      <dgm:prSet presAssocID="{D45242D8-A887-446C-B376-892C86E41701}" presName="sibTransNodeCircle" presStyleLbl="alignNode1" presStyleIdx="2" presStyleCnt="10">
        <dgm:presLayoutVars>
          <dgm:chMax val="0"/>
          <dgm:bulletEnabled/>
        </dgm:presLayoutVars>
      </dgm:prSet>
      <dgm:spPr/>
    </dgm:pt>
    <dgm:pt modelId="{0F547E79-2523-4DB3-9C08-95DD27A51AC4}" type="pres">
      <dgm:prSet presAssocID="{527ACD2C-3D1A-4F4E-ADAC-2E0CF11CB429}" presName="bottomLine" presStyleLbl="alignNode1" presStyleIdx="3" presStyleCnt="10">
        <dgm:presLayoutVars/>
      </dgm:prSet>
      <dgm:spPr>
        <a:xfrm>
          <a:off x="1671189" y="3158031"/>
          <a:ext cx="1516716" cy="72"/>
        </a:xfrm>
        <a:prstGeom prst="rect">
          <a:avLst/>
        </a:prstGeom>
        <a:solidFill>
          <a:srgbClr val="C0504D">
            <a:hueOff val="1560506"/>
            <a:satOff val="-1946"/>
            <a:lumOff val="458"/>
            <a:alphaOff val="0"/>
          </a:srgbClr>
        </a:solidFill>
        <a:ln w="25400" cap="flat" cmpd="sng" algn="ctr">
          <a:solidFill>
            <a:srgbClr val="C0504D">
              <a:hueOff val="1560506"/>
              <a:satOff val="-1946"/>
              <a:lumOff val="458"/>
              <a:alphaOff val="0"/>
            </a:srgbClr>
          </a:solidFill>
          <a:prstDash val="solid"/>
        </a:ln>
        <a:effectLst/>
      </dgm:spPr>
    </dgm:pt>
    <dgm:pt modelId="{4DA62905-7560-4BF9-A094-CC9446E5BA1A}" type="pres">
      <dgm:prSet presAssocID="{527ACD2C-3D1A-4F4E-ADAC-2E0CF11CB429}" presName="nodeText" presStyleLbl="bgAccFollowNode1" presStyleIdx="1" presStyleCnt="5">
        <dgm:presLayoutVars>
          <dgm:bulletEnabled val="1"/>
        </dgm:presLayoutVars>
      </dgm:prSet>
      <dgm:spPr/>
    </dgm:pt>
    <dgm:pt modelId="{26EE6001-67E2-4140-9262-68B17706FA51}" type="pres">
      <dgm:prSet presAssocID="{D45242D8-A887-446C-B376-892C86E41701}" presName="sibTrans" presStyleCnt="0"/>
      <dgm:spPr/>
    </dgm:pt>
    <dgm:pt modelId="{77B6F255-22B5-4748-8F3D-23282DA77972}" type="pres">
      <dgm:prSet presAssocID="{9A15EDEE-F983-4250-94D5-CFF6F635A413}" presName="compositeNode" presStyleCnt="0">
        <dgm:presLayoutVars>
          <dgm:bulletEnabled val="1"/>
        </dgm:presLayoutVars>
      </dgm:prSet>
      <dgm:spPr/>
    </dgm:pt>
    <dgm:pt modelId="{A83466D0-E506-4378-9B7F-301CCCA9AA58}" type="pres">
      <dgm:prSet presAssocID="{9A15EDEE-F983-4250-94D5-CFF6F635A413}" presName="bgRect" presStyleLbl="bgAccFollowNode1" presStyleIdx="2" presStyleCnt="5"/>
      <dgm:spPr/>
    </dgm:pt>
    <dgm:pt modelId="{D5BFD8C4-B0B0-4D99-8A71-1E878B2E3CA9}" type="pres">
      <dgm:prSet presAssocID="{8ABA5563-B33F-4ED8-8F29-FEEAEA20B4FF}" presName="sibTransNodeCircle" presStyleLbl="alignNode1" presStyleIdx="4" presStyleCnt="10">
        <dgm:presLayoutVars>
          <dgm:chMax val="0"/>
          <dgm:bulletEnabled/>
        </dgm:presLayoutVars>
      </dgm:prSet>
      <dgm:spPr/>
    </dgm:pt>
    <dgm:pt modelId="{FBB7C4FD-8A9F-4AD2-82BE-0373CF9AA0DF}" type="pres">
      <dgm:prSet presAssocID="{9A15EDEE-F983-4250-94D5-CFF6F635A413}" presName="bottomLine" presStyleLbl="alignNode1" presStyleIdx="5" presStyleCnt="10">
        <dgm:presLayoutVars/>
      </dgm:prSet>
      <dgm:spPr>
        <a:xfrm>
          <a:off x="3339577" y="3158031"/>
          <a:ext cx="1516716" cy="72"/>
        </a:xfrm>
        <a:prstGeom prst="rect">
          <a:avLst/>
        </a:prstGeom>
        <a:solidFill>
          <a:srgbClr val="C0504D">
            <a:hueOff val="2600844"/>
            <a:satOff val="-3244"/>
            <a:lumOff val="763"/>
            <a:alphaOff val="0"/>
          </a:srgbClr>
        </a:solidFill>
        <a:ln w="25400" cap="flat" cmpd="sng" algn="ctr">
          <a:solidFill>
            <a:srgbClr val="C0504D">
              <a:hueOff val="2600844"/>
              <a:satOff val="-3244"/>
              <a:lumOff val="763"/>
              <a:alphaOff val="0"/>
            </a:srgbClr>
          </a:solidFill>
          <a:prstDash val="solid"/>
        </a:ln>
        <a:effectLst/>
      </dgm:spPr>
    </dgm:pt>
    <dgm:pt modelId="{0EDF6403-EC00-4F95-9F87-69EB720042A9}" type="pres">
      <dgm:prSet presAssocID="{9A15EDEE-F983-4250-94D5-CFF6F635A413}" presName="nodeText" presStyleLbl="bgAccFollowNode1" presStyleIdx="2" presStyleCnt="5">
        <dgm:presLayoutVars>
          <dgm:bulletEnabled val="1"/>
        </dgm:presLayoutVars>
      </dgm:prSet>
      <dgm:spPr/>
    </dgm:pt>
    <dgm:pt modelId="{89C4421D-D6E9-457C-9B10-87EF5AE54EE2}" type="pres">
      <dgm:prSet presAssocID="{8ABA5563-B33F-4ED8-8F29-FEEAEA20B4FF}" presName="sibTrans" presStyleCnt="0"/>
      <dgm:spPr/>
    </dgm:pt>
    <dgm:pt modelId="{58CE3DD2-7C37-4780-A232-64B411CD5C2A}" type="pres">
      <dgm:prSet presAssocID="{10D4076C-31F4-4AC5-9E7D-358D5C5EBEDC}" presName="compositeNode" presStyleCnt="0">
        <dgm:presLayoutVars>
          <dgm:bulletEnabled val="1"/>
        </dgm:presLayoutVars>
      </dgm:prSet>
      <dgm:spPr/>
    </dgm:pt>
    <dgm:pt modelId="{05B08170-2A51-4B84-8E36-316A2FB8E2A8}" type="pres">
      <dgm:prSet presAssocID="{10D4076C-31F4-4AC5-9E7D-358D5C5EBEDC}" presName="bgRect" presStyleLbl="bgAccFollowNode1" presStyleIdx="3" presStyleCnt="5"/>
      <dgm:spPr/>
    </dgm:pt>
    <dgm:pt modelId="{0349DC70-AA64-453F-AC82-88C5373EC56D}" type="pres">
      <dgm:prSet presAssocID="{0320836D-D6B6-4442-A8E0-C4ADF4E4FBB5}" presName="sibTransNodeCircle" presStyleLbl="alignNode1" presStyleIdx="6" presStyleCnt="10">
        <dgm:presLayoutVars>
          <dgm:chMax val="0"/>
          <dgm:bulletEnabled/>
        </dgm:presLayoutVars>
      </dgm:prSet>
      <dgm:spPr/>
    </dgm:pt>
    <dgm:pt modelId="{68014E59-C244-40B8-9FD9-89F7A544623F}" type="pres">
      <dgm:prSet presAssocID="{10D4076C-31F4-4AC5-9E7D-358D5C5EBEDC}" presName="bottomLine" presStyleLbl="alignNode1" presStyleIdx="7" presStyleCnt="10">
        <dgm:presLayoutVars/>
      </dgm:prSet>
      <dgm:spPr>
        <a:xfrm>
          <a:off x="5007965" y="3158031"/>
          <a:ext cx="1516716" cy="72"/>
        </a:xfrm>
        <a:prstGeom prst="rect">
          <a:avLst/>
        </a:prstGeom>
        <a:solidFill>
          <a:srgbClr val="C0504D">
            <a:hueOff val="3641181"/>
            <a:satOff val="-4541"/>
            <a:lumOff val="1068"/>
            <a:alphaOff val="0"/>
          </a:srgbClr>
        </a:solidFill>
        <a:ln w="25400" cap="flat" cmpd="sng" algn="ctr">
          <a:solidFill>
            <a:srgbClr val="C0504D">
              <a:hueOff val="3641181"/>
              <a:satOff val="-4541"/>
              <a:lumOff val="1068"/>
              <a:alphaOff val="0"/>
            </a:srgbClr>
          </a:solidFill>
          <a:prstDash val="solid"/>
        </a:ln>
        <a:effectLst/>
      </dgm:spPr>
    </dgm:pt>
    <dgm:pt modelId="{BC9710CB-0917-4677-9D54-6DD24C5C3439}" type="pres">
      <dgm:prSet presAssocID="{10D4076C-31F4-4AC5-9E7D-358D5C5EBEDC}" presName="nodeText" presStyleLbl="bgAccFollowNode1" presStyleIdx="3" presStyleCnt="5">
        <dgm:presLayoutVars>
          <dgm:bulletEnabled val="1"/>
        </dgm:presLayoutVars>
      </dgm:prSet>
      <dgm:spPr/>
    </dgm:pt>
    <dgm:pt modelId="{F1FDFD07-7069-4B72-8AD7-07C40EACAEBD}" type="pres">
      <dgm:prSet presAssocID="{0320836D-D6B6-4442-A8E0-C4ADF4E4FBB5}" presName="sibTrans" presStyleCnt="0"/>
      <dgm:spPr/>
    </dgm:pt>
    <dgm:pt modelId="{63761A0A-20D0-4BB4-A1C2-2C736FF29734}" type="pres">
      <dgm:prSet presAssocID="{5C54DA42-9DF7-4B89-AE29-D208BD838CE4}" presName="compositeNode" presStyleCnt="0">
        <dgm:presLayoutVars>
          <dgm:bulletEnabled val="1"/>
        </dgm:presLayoutVars>
      </dgm:prSet>
      <dgm:spPr/>
    </dgm:pt>
    <dgm:pt modelId="{16E6F7E5-197D-4AF7-A828-70AA8147B344}" type="pres">
      <dgm:prSet presAssocID="{5C54DA42-9DF7-4B89-AE29-D208BD838CE4}" presName="bgRect" presStyleLbl="bgAccFollowNode1" presStyleIdx="4" presStyleCnt="5"/>
      <dgm:spPr/>
    </dgm:pt>
    <dgm:pt modelId="{9B697E99-C80F-4754-858A-F159AEA84C88}" type="pres">
      <dgm:prSet presAssocID="{09300398-15EE-47DB-902E-E2AC68FFA4CE}" presName="sibTransNodeCircle" presStyleLbl="alignNode1" presStyleIdx="8" presStyleCnt="10">
        <dgm:presLayoutVars>
          <dgm:chMax val="0"/>
          <dgm:bulletEnabled/>
        </dgm:presLayoutVars>
      </dgm:prSet>
      <dgm:spPr/>
    </dgm:pt>
    <dgm:pt modelId="{A196F8AA-22A8-4A31-94A4-0BFEDF4CB880}" type="pres">
      <dgm:prSet presAssocID="{5C54DA42-9DF7-4B89-AE29-D208BD838CE4}" presName="bottomLine" presStyleLbl="alignNode1" presStyleIdx="9" presStyleCnt="10">
        <dgm:presLayoutVars/>
      </dgm:prSet>
      <dgm:spPr>
        <a:xfrm>
          <a:off x="6676353" y="3158031"/>
          <a:ext cx="1516716" cy="72"/>
        </a:xfrm>
        <a:prstGeom prst="rect">
          <a:avLst/>
        </a:prstGeom>
        <a:solidFill>
          <a:srgbClr val="C0504D">
            <a:hueOff val="4681519"/>
            <a:satOff val="-5839"/>
            <a:lumOff val="1373"/>
            <a:alphaOff val="0"/>
          </a:srgbClr>
        </a:solidFill>
        <a:ln w="25400" cap="flat" cmpd="sng" algn="ctr">
          <a:solidFill>
            <a:srgbClr val="C0504D">
              <a:hueOff val="4681519"/>
              <a:satOff val="-5839"/>
              <a:lumOff val="1373"/>
              <a:alphaOff val="0"/>
            </a:srgbClr>
          </a:solidFill>
          <a:prstDash val="solid"/>
        </a:ln>
        <a:effectLst/>
      </dgm:spPr>
    </dgm:pt>
    <dgm:pt modelId="{2B22DDA2-9114-4144-985F-2FC2B16D35C1}" type="pres">
      <dgm:prSet presAssocID="{5C54DA42-9DF7-4B89-AE29-D208BD838CE4}" presName="nodeText" presStyleLbl="bgAccFollowNode1" presStyleIdx="4" presStyleCnt="5">
        <dgm:presLayoutVars>
          <dgm:bulletEnabled val="1"/>
        </dgm:presLayoutVars>
      </dgm:prSet>
      <dgm:spPr/>
    </dgm:pt>
  </dgm:ptLst>
  <dgm:cxnLst>
    <dgm:cxn modelId="{2D51A512-B220-4C03-89B3-A97817643805}" type="presOf" srcId="{10D4076C-31F4-4AC5-9E7D-358D5C5EBEDC}" destId="{BC9710CB-0917-4677-9D54-6DD24C5C3439}" srcOrd="1" destOrd="0" presId="urn:microsoft.com/office/officeart/2016/7/layout/BasicLinearProcessNumbered"/>
    <dgm:cxn modelId="{832BDC17-CCEA-42CB-B1D4-B94768790CB0}" type="presOf" srcId="{0320836D-D6B6-4442-A8E0-C4ADF4E4FBB5}" destId="{0349DC70-AA64-453F-AC82-88C5373EC56D}" srcOrd="0" destOrd="0" presId="urn:microsoft.com/office/officeart/2016/7/layout/BasicLinearProcessNumbered"/>
    <dgm:cxn modelId="{5DF9AB1A-D542-4F50-8C2A-08566BC748D6}" type="presOf" srcId="{10D4076C-31F4-4AC5-9E7D-358D5C5EBEDC}" destId="{05B08170-2A51-4B84-8E36-316A2FB8E2A8}" srcOrd="0" destOrd="0" presId="urn:microsoft.com/office/officeart/2016/7/layout/BasicLinearProcessNumbered"/>
    <dgm:cxn modelId="{8368C729-F0FD-4D74-8233-AF3DF9528B19}" type="presOf" srcId="{5C54DA42-9DF7-4B89-AE29-D208BD838CE4}" destId="{2B22DDA2-9114-4144-985F-2FC2B16D35C1}" srcOrd="1" destOrd="0" presId="urn:microsoft.com/office/officeart/2016/7/layout/BasicLinearProcessNumbered"/>
    <dgm:cxn modelId="{696A4A30-0697-4365-9CF8-B6082B48075D}" type="presOf" srcId="{2272BF80-B15B-41D3-B98A-01E5F10C5972}" destId="{A79AB681-99BB-4B4F-99DB-64183A771F7F}" srcOrd="1" destOrd="0" presId="urn:microsoft.com/office/officeart/2016/7/layout/BasicLinearProcessNumbered"/>
    <dgm:cxn modelId="{8E304737-40C9-417D-B62C-D12184BE209A}" srcId="{63793126-275C-4105-9AC6-3E8CC7C1FE28}" destId="{10D4076C-31F4-4AC5-9E7D-358D5C5EBEDC}" srcOrd="3" destOrd="0" parTransId="{66D82C1A-FF0B-4962-8AF2-DEE0D6B2954B}" sibTransId="{0320836D-D6B6-4442-A8E0-C4ADF4E4FBB5}"/>
    <dgm:cxn modelId="{82A4D16A-BF27-4AAD-8F90-16592DEB6686}" srcId="{63793126-275C-4105-9AC6-3E8CC7C1FE28}" destId="{527ACD2C-3D1A-4F4E-ADAC-2E0CF11CB429}" srcOrd="1" destOrd="0" parTransId="{B0CE9C4D-88A5-45AE-AA9D-4D9A776439F1}" sibTransId="{D45242D8-A887-446C-B376-892C86E41701}"/>
    <dgm:cxn modelId="{3E26F86A-B0E6-4DE3-8AEC-77CBB835B9E6}" srcId="{63793126-275C-4105-9AC6-3E8CC7C1FE28}" destId="{9A15EDEE-F983-4250-94D5-CFF6F635A413}" srcOrd="2" destOrd="0" parTransId="{0865333E-710E-4274-8A9F-8828D714E85B}" sibTransId="{8ABA5563-B33F-4ED8-8F29-FEEAEA20B4FF}"/>
    <dgm:cxn modelId="{4619554F-1E04-4F7B-BB04-F888132A816E}" type="presOf" srcId="{D45242D8-A887-446C-B376-892C86E41701}" destId="{2B5F2ECC-A55D-4DAE-A8F2-B779FA86D71D}" srcOrd="0" destOrd="0" presId="urn:microsoft.com/office/officeart/2016/7/layout/BasicLinearProcessNumbered"/>
    <dgm:cxn modelId="{37245B70-8A11-43DE-9244-E1959D7B0760}" type="presOf" srcId="{2272BF80-B15B-41D3-B98A-01E5F10C5972}" destId="{0A469CC7-1368-443F-99BE-B318A37FD825}" srcOrd="0" destOrd="0" presId="urn:microsoft.com/office/officeart/2016/7/layout/BasicLinearProcessNumbered"/>
    <dgm:cxn modelId="{5EDB7397-6B23-4F1C-BA7C-FB6F5605DCF3}" srcId="{63793126-275C-4105-9AC6-3E8CC7C1FE28}" destId="{2272BF80-B15B-41D3-B98A-01E5F10C5972}" srcOrd="0" destOrd="0" parTransId="{C2AAA2C8-534B-438E-AC89-1CD7B1B34FDB}" sibTransId="{251FA6B0-9B02-4F03-96E8-880BEDA9DC4A}"/>
    <dgm:cxn modelId="{84E5CC9E-FD2E-4C03-8A29-F792AF15B1EC}" type="presOf" srcId="{09300398-15EE-47DB-902E-E2AC68FFA4CE}" destId="{9B697E99-C80F-4754-858A-F159AEA84C88}" srcOrd="0" destOrd="0" presId="urn:microsoft.com/office/officeart/2016/7/layout/BasicLinearProcessNumbered"/>
    <dgm:cxn modelId="{74CEF0A6-BE43-4227-89CC-3C7ED10104A6}" type="presOf" srcId="{63793126-275C-4105-9AC6-3E8CC7C1FE28}" destId="{B21A0E6E-B807-446B-BBB0-091E49A5ECC4}" srcOrd="0" destOrd="0" presId="urn:microsoft.com/office/officeart/2016/7/layout/BasicLinearProcessNumbered"/>
    <dgm:cxn modelId="{05AD7FA8-5FE8-44AF-942E-061319EE960B}" type="presOf" srcId="{527ACD2C-3D1A-4F4E-ADAC-2E0CF11CB429}" destId="{CCAA77D6-3105-4844-8CDB-FB625AF2EBD8}" srcOrd="0" destOrd="0" presId="urn:microsoft.com/office/officeart/2016/7/layout/BasicLinearProcessNumbered"/>
    <dgm:cxn modelId="{042D34B9-1FEB-4D2A-84FA-C4A0C4D262B8}" type="presOf" srcId="{8ABA5563-B33F-4ED8-8F29-FEEAEA20B4FF}" destId="{D5BFD8C4-B0B0-4D99-8A71-1E878B2E3CA9}" srcOrd="0" destOrd="0" presId="urn:microsoft.com/office/officeart/2016/7/layout/BasicLinearProcessNumbered"/>
    <dgm:cxn modelId="{8C0AB2BA-32D2-498A-AE8C-024928A37B3E}" type="presOf" srcId="{527ACD2C-3D1A-4F4E-ADAC-2E0CF11CB429}" destId="{4DA62905-7560-4BF9-A094-CC9446E5BA1A}" srcOrd="1" destOrd="0" presId="urn:microsoft.com/office/officeart/2016/7/layout/BasicLinearProcessNumbered"/>
    <dgm:cxn modelId="{270D17BD-654D-44EE-A126-B0418BF04FFF}" type="presOf" srcId="{9A15EDEE-F983-4250-94D5-CFF6F635A413}" destId="{0EDF6403-EC00-4F95-9F87-69EB720042A9}" srcOrd="1" destOrd="0" presId="urn:microsoft.com/office/officeart/2016/7/layout/BasicLinearProcessNumbered"/>
    <dgm:cxn modelId="{008C22DE-886B-4A2B-AE6C-B88D8C0FE503}" type="presOf" srcId="{5C54DA42-9DF7-4B89-AE29-D208BD838CE4}" destId="{16E6F7E5-197D-4AF7-A828-70AA8147B344}" srcOrd="0" destOrd="0" presId="urn:microsoft.com/office/officeart/2016/7/layout/BasicLinearProcessNumbered"/>
    <dgm:cxn modelId="{727011E6-C211-4B3E-A418-7B7EC55039BD}" type="presOf" srcId="{9A15EDEE-F983-4250-94D5-CFF6F635A413}" destId="{A83466D0-E506-4378-9B7F-301CCCA9AA58}" srcOrd="0" destOrd="0" presId="urn:microsoft.com/office/officeart/2016/7/layout/BasicLinearProcessNumbered"/>
    <dgm:cxn modelId="{F1BFC6F6-DA81-460A-B106-0F9182957528}" type="presOf" srcId="{251FA6B0-9B02-4F03-96E8-880BEDA9DC4A}" destId="{7769DB0C-F4C5-43F4-A2EE-C59E985FA7D1}" srcOrd="0" destOrd="0" presId="urn:microsoft.com/office/officeart/2016/7/layout/BasicLinearProcessNumbered"/>
    <dgm:cxn modelId="{A83FC9F7-8B72-404E-8675-4C1BD12762D3}" srcId="{63793126-275C-4105-9AC6-3E8CC7C1FE28}" destId="{5C54DA42-9DF7-4B89-AE29-D208BD838CE4}" srcOrd="4" destOrd="0" parTransId="{DC8584D3-6C21-479D-B929-2F465C070C1D}" sibTransId="{09300398-15EE-47DB-902E-E2AC68FFA4CE}"/>
    <dgm:cxn modelId="{67D9F639-3E44-489E-A809-64992EA4A024}" type="presParOf" srcId="{B21A0E6E-B807-446B-BBB0-091E49A5ECC4}" destId="{687830B8-87D9-439C-A0F6-42855F016002}" srcOrd="0" destOrd="0" presId="urn:microsoft.com/office/officeart/2016/7/layout/BasicLinearProcessNumbered"/>
    <dgm:cxn modelId="{0E582550-F8FA-457A-A686-C985C4C0BDA8}" type="presParOf" srcId="{687830B8-87D9-439C-A0F6-42855F016002}" destId="{0A469CC7-1368-443F-99BE-B318A37FD825}" srcOrd="0" destOrd="0" presId="urn:microsoft.com/office/officeart/2016/7/layout/BasicLinearProcessNumbered"/>
    <dgm:cxn modelId="{93AC729D-328A-4216-AA66-190E8668EA38}" type="presParOf" srcId="{687830B8-87D9-439C-A0F6-42855F016002}" destId="{7769DB0C-F4C5-43F4-A2EE-C59E985FA7D1}" srcOrd="1" destOrd="0" presId="urn:microsoft.com/office/officeart/2016/7/layout/BasicLinearProcessNumbered"/>
    <dgm:cxn modelId="{9509F67A-1A08-4DE9-B219-D6560F886BDA}" type="presParOf" srcId="{687830B8-87D9-439C-A0F6-42855F016002}" destId="{676BAA43-BB4F-44FD-8F7F-BAB3B4D8CE05}" srcOrd="2" destOrd="0" presId="urn:microsoft.com/office/officeart/2016/7/layout/BasicLinearProcessNumbered"/>
    <dgm:cxn modelId="{88E24392-DDC9-49DA-8571-69FA157B97BB}" type="presParOf" srcId="{687830B8-87D9-439C-A0F6-42855F016002}" destId="{A79AB681-99BB-4B4F-99DB-64183A771F7F}" srcOrd="3" destOrd="0" presId="urn:microsoft.com/office/officeart/2016/7/layout/BasicLinearProcessNumbered"/>
    <dgm:cxn modelId="{F5E1621D-48E3-4CAF-96BD-59DBFDCAD305}" type="presParOf" srcId="{B21A0E6E-B807-446B-BBB0-091E49A5ECC4}" destId="{8CE687C0-EE9C-425A-A2B5-AD86850387FF}" srcOrd="1" destOrd="0" presId="urn:microsoft.com/office/officeart/2016/7/layout/BasicLinearProcessNumbered"/>
    <dgm:cxn modelId="{E7E54168-8CFD-4BF3-888F-FD4F5B7D8B5E}" type="presParOf" srcId="{B21A0E6E-B807-446B-BBB0-091E49A5ECC4}" destId="{7B8AAD21-3096-4C22-933B-07B68F3E6B8E}" srcOrd="2" destOrd="0" presId="urn:microsoft.com/office/officeart/2016/7/layout/BasicLinearProcessNumbered"/>
    <dgm:cxn modelId="{077A7504-BB23-41AC-BEF4-3A163543CDA4}" type="presParOf" srcId="{7B8AAD21-3096-4C22-933B-07B68F3E6B8E}" destId="{CCAA77D6-3105-4844-8CDB-FB625AF2EBD8}" srcOrd="0" destOrd="0" presId="urn:microsoft.com/office/officeart/2016/7/layout/BasicLinearProcessNumbered"/>
    <dgm:cxn modelId="{F98C73AC-47B6-4C07-A57C-F8F4813566FB}" type="presParOf" srcId="{7B8AAD21-3096-4C22-933B-07B68F3E6B8E}" destId="{2B5F2ECC-A55D-4DAE-A8F2-B779FA86D71D}" srcOrd="1" destOrd="0" presId="urn:microsoft.com/office/officeart/2016/7/layout/BasicLinearProcessNumbered"/>
    <dgm:cxn modelId="{79AD9CFF-6E78-4FED-AC5B-FF17B2B214FD}" type="presParOf" srcId="{7B8AAD21-3096-4C22-933B-07B68F3E6B8E}" destId="{0F547E79-2523-4DB3-9C08-95DD27A51AC4}" srcOrd="2" destOrd="0" presId="urn:microsoft.com/office/officeart/2016/7/layout/BasicLinearProcessNumbered"/>
    <dgm:cxn modelId="{7C626FAE-2B73-4524-8EEF-F62CF34FA1DE}" type="presParOf" srcId="{7B8AAD21-3096-4C22-933B-07B68F3E6B8E}" destId="{4DA62905-7560-4BF9-A094-CC9446E5BA1A}" srcOrd="3" destOrd="0" presId="urn:microsoft.com/office/officeart/2016/7/layout/BasicLinearProcessNumbered"/>
    <dgm:cxn modelId="{7D2653EA-A23E-48B4-A4B3-BE49365304C7}" type="presParOf" srcId="{B21A0E6E-B807-446B-BBB0-091E49A5ECC4}" destId="{26EE6001-67E2-4140-9262-68B17706FA51}" srcOrd="3" destOrd="0" presId="urn:microsoft.com/office/officeart/2016/7/layout/BasicLinearProcessNumbered"/>
    <dgm:cxn modelId="{ED7339BA-CC46-4E28-A4AF-2E6B8683A4BA}" type="presParOf" srcId="{B21A0E6E-B807-446B-BBB0-091E49A5ECC4}" destId="{77B6F255-22B5-4748-8F3D-23282DA77972}" srcOrd="4" destOrd="0" presId="urn:microsoft.com/office/officeart/2016/7/layout/BasicLinearProcessNumbered"/>
    <dgm:cxn modelId="{EFE271C9-458C-4ED3-8BD7-58882F082DE3}" type="presParOf" srcId="{77B6F255-22B5-4748-8F3D-23282DA77972}" destId="{A83466D0-E506-4378-9B7F-301CCCA9AA58}" srcOrd="0" destOrd="0" presId="urn:microsoft.com/office/officeart/2016/7/layout/BasicLinearProcessNumbered"/>
    <dgm:cxn modelId="{5B2DBCEC-4C54-4C01-9F32-377CE74586F0}" type="presParOf" srcId="{77B6F255-22B5-4748-8F3D-23282DA77972}" destId="{D5BFD8C4-B0B0-4D99-8A71-1E878B2E3CA9}" srcOrd="1" destOrd="0" presId="urn:microsoft.com/office/officeart/2016/7/layout/BasicLinearProcessNumbered"/>
    <dgm:cxn modelId="{81D97050-8CBF-4CF3-B24B-EE7DE6D61653}" type="presParOf" srcId="{77B6F255-22B5-4748-8F3D-23282DA77972}" destId="{FBB7C4FD-8A9F-4AD2-82BE-0373CF9AA0DF}" srcOrd="2" destOrd="0" presId="urn:microsoft.com/office/officeart/2016/7/layout/BasicLinearProcessNumbered"/>
    <dgm:cxn modelId="{EA4E8C76-0FB2-4EA6-BF00-C308682E9A72}" type="presParOf" srcId="{77B6F255-22B5-4748-8F3D-23282DA77972}" destId="{0EDF6403-EC00-4F95-9F87-69EB720042A9}" srcOrd="3" destOrd="0" presId="urn:microsoft.com/office/officeart/2016/7/layout/BasicLinearProcessNumbered"/>
    <dgm:cxn modelId="{F51784D6-E7D1-4026-8E06-1B0BFBBBCD0E}" type="presParOf" srcId="{B21A0E6E-B807-446B-BBB0-091E49A5ECC4}" destId="{89C4421D-D6E9-457C-9B10-87EF5AE54EE2}" srcOrd="5" destOrd="0" presId="urn:microsoft.com/office/officeart/2016/7/layout/BasicLinearProcessNumbered"/>
    <dgm:cxn modelId="{0B60D40B-AEDF-4C62-8E6B-BB0FAB939375}" type="presParOf" srcId="{B21A0E6E-B807-446B-BBB0-091E49A5ECC4}" destId="{58CE3DD2-7C37-4780-A232-64B411CD5C2A}" srcOrd="6" destOrd="0" presId="urn:microsoft.com/office/officeart/2016/7/layout/BasicLinearProcessNumbered"/>
    <dgm:cxn modelId="{684C4032-A8D3-413D-98CD-3217085097D8}" type="presParOf" srcId="{58CE3DD2-7C37-4780-A232-64B411CD5C2A}" destId="{05B08170-2A51-4B84-8E36-316A2FB8E2A8}" srcOrd="0" destOrd="0" presId="urn:microsoft.com/office/officeart/2016/7/layout/BasicLinearProcessNumbered"/>
    <dgm:cxn modelId="{AEFBF552-5EEA-4385-A086-2E16F0DCD4D9}" type="presParOf" srcId="{58CE3DD2-7C37-4780-A232-64B411CD5C2A}" destId="{0349DC70-AA64-453F-AC82-88C5373EC56D}" srcOrd="1" destOrd="0" presId="urn:microsoft.com/office/officeart/2016/7/layout/BasicLinearProcessNumbered"/>
    <dgm:cxn modelId="{678F2425-924D-4213-BB74-23B24F5E8768}" type="presParOf" srcId="{58CE3DD2-7C37-4780-A232-64B411CD5C2A}" destId="{68014E59-C244-40B8-9FD9-89F7A544623F}" srcOrd="2" destOrd="0" presId="urn:microsoft.com/office/officeart/2016/7/layout/BasicLinearProcessNumbered"/>
    <dgm:cxn modelId="{035D93B5-99B1-40BF-9DDA-A5333939637E}" type="presParOf" srcId="{58CE3DD2-7C37-4780-A232-64B411CD5C2A}" destId="{BC9710CB-0917-4677-9D54-6DD24C5C3439}" srcOrd="3" destOrd="0" presId="urn:microsoft.com/office/officeart/2016/7/layout/BasicLinearProcessNumbered"/>
    <dgm:cxn modelId="{007BA4E0-3DB7-47E1-933F-302FFBCA9110}" type="presParOf" srcId="{B21A0E6E-B807-446B-BBB0-091E49A5ECC4}" destId="{F1FDFD07-7069-4B72-8AD7-07C40EACAEBD}" srcOrd="7" destOrd="0" presId="urn:microsoft.com/office/officeart/2016/7/layout/BasicLinearProcessNumbered"/>
    <dgm:cxn modelId="{85F80C66-FE12-49C1-92A2-2B2B2491806B}" type="presParOf" srcId="{B21A0E6E-B807-446B-BBB0-091E49A5ECC4}" destId="{63761A0A-20D0-4BB4-A1C2-2C736FF29734}" srcOrd="8" destOrd="0" presId="urn:microsoft.com/office/officeart/2016/7/layout/BasicLinearProcessNumbered"/>
    <dgm:cxn modelId="{EEFA9997-E09D-4F56-B922-FA27539D0F68}" type="presParOf" srcId="{63761A0A-20D0-4BB4-A1C2-2C736FF29734}" destId="{16E6F7E5-197D-4AF7-A828-70AA8147B344}" srcOrd="0" destOrd="0" presId="urn:microsoft.com/office/officeart/2016/7/layout/BasicLinearProcessNumbered"/>
    <dgm:cxn modelId="{ACCC7FCB-752B-4EEA-B3A8-00E263CEFC2B}" type="presParOf" srcId="{63761A0A-20D0-4BB4-A1C2-2C736FF29734}" destId="{9B697E99-C80F-4754-858A-F159AEA84C88}" srcOrd="1" destOrd="0" presId="urn:microsoft.com/office/officeart/2016/7/layout/BasicLinearProcessNumbered"/>
    <dgm:cxn modelId="{BF40A966-61CA-4A09-8040-DFEC87844F79}" type="presParOf" srcId="{63761A0A-20D0-4BB4-A1C2-2C736FF29734}" destId="{A196F8AA-22A8-4A31-94A4-0BFEDF4CB880}" srcOrd="2" destOrd="0" presId="urn:microsoft.com/office/officeart/2016/7/layout/BasicLinearProcessNumbered"/>
    <dgm:cxn modelId="{CD08EF2C-22B6-4878-9452-DF30D16366C1}" type="presParOf" srcId="{63761A0A-20D0-4BB4-A1C2-2C736FF29734}" destId="{2B22DDA2-9114-4144-985F-2FC2B16D35C1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469CC7-1368-443F-99BE-B318A37FD825}">
      <dsp:nvSpPr>
        <dsp:cNvPr id="0" name=""/>
        <dsp:cNvSpPr/>
      </dsp:nvSpPr>
      <dsp:spPr>
        <a:xfrm>
          <a:off x="3913" y="683207"/>
          <a:ext cx="2118642" cy="2966099"/>
        </a:xfrm>
        <a:prstGeom prst="rect">
          <a:avLst/>
        </a:prstGeom>
        <a:solidFill>
          <a:srgbClr val="C0504D">
            <a:tint val="40000"/>
            <a:alpha val="90000"/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78" tIns="330200" rIns="165178" bIns="33020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1. Formulate H₀ and H₁</a:t>
          </a:r>
        </a:p>
      </dsp:txBody>
      <dsp:txXfrm>
        <a:off x="3913" y="1810325"/>
        <a:ext cx="2118642" cy="1779659"/>
      </dsp:txXfrm>
    </dsp:sp>
    <dsp:sp modelId="{7769DB0C-F4C5-43F4-A2EE-C59E985FA7D1}">
      <dsp:nvSpPr>
        <dsp:cNvPr id="0" name=""/>
        <dsp:cNvSpPr/>
      </dsp:nvSpPr>
      <dsp:spPr>
        <a:xfrm>
          <a:off x="618319" y="979817"/>
          <a:ext cx="889829" cy="889829"/>
        </a:xfrm>
        <a:prstGeom prst="ellipse">
          <a:avLst/>
        </a:prstGeom>
        <a:solidFill>
          <a:srgbClr val="C0504D"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C0504D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375" tIns="12700" rIns="69375" bIns="1270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1</a:t>
          </a:r>
        </a:p>
      </dsp:txBody>
      <dsp:txXfrm>
        <a:off x="748631" y="1110129"/>
        <a:ext cx="629205" cy="629205"/>
      </dsp:txXfrm>
    </dsp:sp>
    <dsp:sp modelId="{676BAA43-BB4F-44FD-8F7F-BAB3B4D8CE05}">
      <dsp:nvSpPr>
        <dsp:cNvPr id="0" name=""/>
        <dsp:cNvSpPr/>
      </dsp:nvSpPr>
      <dsp:spPr>
        <a:xfrm>
          <a:off x="3913" y="3649235"/>
          <a:ext cx="2118642" cy="72"/>
        </a:xfrm>
        <a:prstGeom prst="rect">
          <a:avLst/>
        </a:prstGeom>
        <a:solidFill>
          <a:srgbClr val="C0504D">
            <a:hueOff val="520169"/>
            <a:satOff val="-649"/>
            <a:lumOff val="153"/>
            <a:alphaOff val="0"/>
          </a:srgbClr>
        </a:solidFill>
        <a:ln w="25400" cap="flat" cmpd="sng" algn="ctr">
          <a:solidFill>
            <a:srgbClr val="C0504D">
              <a:hueOff val="520169"/>
              <a:satOff val="-649"/>
              <a:lumOff val="153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AA77D6-3105-4844-8CDB-FB625AF2EBD8}">
      <dsp:nvSpPr>
        <dsp:cNvPr id="0" name=""/>
        <dsp:cNvSpPr/>
      </dsp:nvSpPr>
      <dsp:spPr>
        <a:xfrm>
          <a:off x="2334419" y="683207"/>
          <a:ext cx="2118642" cy="2966099"/>
        </a:xfrm>
        <a:prstGeom prst="rect">
          <a:avLst/>
        </a:prstGeom>
        <a:solidFill>
          <a:srgbClr val="C0504D">
            <a:tint val="40000"/>
            <a:alpha val="90000"/>
            <a:hueOff val="1256455"/>
            <a:satOff val="-1094"/>
            <a:lumOff val="-1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1256455"/>
              <a:satOff val="-1094"/>
              <a:lumOff val="-1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78" tIns="330200" rIns="165178" bIns="33020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2. Choose α</a:t>
          </a:r>
        </a:p>
      </dsp:txBody>
      <dsp:txXfrm>
        <a:off x="2334419" y="1810325"/>
        <a:ext cx="2118642" cy="1779659"/>
      </dsp:txXfrm>
    </dsp:sp>
    <dsp:sp modelId="{2B5F2ECC-A55D-4DAE-A8F2-B779FA86D71D}">
      <dsp:nvSpPr>
        <dsp:cNvPr id="0" name=""/>
        <dsp:cNvSpPr/>
      </dsp:nvSpPr>
      <dsp:spPr>
        <a:xfrm>
          <a:off x="2948825" y="979817"/>
          <a:ext cx="889829" cy="889829"/>
        </a:xfrm>
        <a:prstGeom prst="ellipse">
          <a:avLst/>
        </a:prstGeom>
        <a:solidFill>
          <a:srgbClr val="C0504D">
            <a:hueOff val="1040338"/>
            <a:satOff val="-1298"/>
            <a:lumOff val="305"/>
            <a:alphaOff val="0"/>
          </a:srgbClr>
        </a:solidFill>
        <a:ln w="25400" cap="flat" cmpd="sng" algn="ctr">
          <a:solidFill>
            <a:srgbClr val="C0504D">
              <a:hueOff val="1040338"/>
              <a:satOff val="-1298"/>
              <a:lumOff val="305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375" tIns="12700" rIns="69375" bIns="1270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2</a:t>
          </a:r>
        </a:p>
      </dsp:txBody>
      <dsp:txXfrm>
        <a:off x="3079137" y="1110129"/>
        <a:ext cx="629205" cy="629205"/>
      </dsp:txXfrm>
    </dsp:sp>
    <dsp:sp modelId="{0F547E79-2523-4DB3-9C08-95DD27A51AC4}">
      <dsp:nvSpPr>
        <dsp:cNvPr id="0" name=""/>
        <dsp:cNvSpPr/>
      </dsp:nvSpPr>
      <dsp:spPr>
        <a:xfrm>
          <a:off x="2334419" y="3649235"/>
          <a:ext cx="2118642" cy="72"/>
        </a:xfrm>
        <a:prstGeom prst="rect">
          <a:avLst/>
        </a:prstGeom>
        <a:solidFill>
          <a:srgbClr val="C0504D">
            <a:hueOff val="1560506"/>
            <a:satOff val="-1946"/>
            <a:lumOff val="458"/>
            <a:alphaOff val="0"/>
          </a:srgbClr>
        </a:solidFill>
        <a:ln w="25400" cap="flat" cmpd="sng" algn="ctr">
          <a:solidFill>
            <a:srgbClr val="C0504D">
              <a:hueOff val="1560506"/>
              <a:satOff val="-1946"/>
              <a:lumOff val="458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3466D0-E506-4378-9B7F-301CCCA9AA58}">
      <dsp:nvSpPr>
        <dsp:cNvPr id="0" name=""/>
        <dsp:cNvSpPr/>
      </dsp:nvSpPr>
      <dsp:spPr>
        <a:xfrm>
          <a:off x="4664926" y="683207"/>
          <a:ext cx="2118642" cy="2966099"/>
        </a:xfrm>
        <a:prstGeom prst="rect">
          <a:avLst/>
        </a:prstGeom>
        <a:solidFill>
          <a:srgbClr val="C0504D">
            <a:tint val="40000"/>
            <a:alpha val="90000"/>
            <a:hueOff val="2512910"/>
            <a:satOff val="-2189"/>
            <a:lumOff val="-3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2512910"/>
              <a:satOff val="-2189"/>
              <a:lumOff val="-3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78" tIns="330200" rIns="165178" bIns="33020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3. Select Test</a:t>
          </a:r>
        </a:p>
      </dsp:txBody>
      <dsp:txXfrm>
        <a:off x="4664926" y="1810325"/>
        <a:ext cx="2118642" cy="1779659"/>
      </dsp:txXfrm>
    </dsp:sp>
    <dsp:sp modelId="{D5BFD8C4-B0B0-4D99-8A71-1E878B2E3CA9}">
      <dsp:nvSpPr>
        <dsp:cNvPr id="0" name=""/>
        <dsp:cNvSpPr/>
      </dsp:nvSpPr>
      <dsp:spPr>
        <a:xfrm>
          <a:off x="5279332" y="979817"/>
          <a:ext cx="889829" cy="889829"/>
        </a:xfrm>
        <a:prstGeom prst="ellipse">
          <a:avLst/>
        </a:prstGeom>
        <a:solidFill>
          <a:srgbClr val="C0504D">
            <a:hueOff val="2080675"/>
            <a:satOff val="-2595"/>
            <a:lumOff val="610"/>
            <a:alphaOff val="0"/>
          </a:srgbClr>
        </a:solidFill>
        <a:ln w="25400" cap="flat" cmpd="sng" algn="ctr">
          <a:solidFill>
            <a:srgbClr val="C0504D">
              <a:hueOff val="2080675"/>
              <a:satOff val="-2595"/>
              <a:lumOff val="61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375" tIns="12700" rIns="69375" bIns="1270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3</a:t>
          </a:r>
        </a:p>
      </dsp:txBody>
      <dsp:txXfrm>
        <a:off x="5409644" y="1110129"/>
        <a:ext cx="629205" cy="629205"/>
      </dsp:txXfrm>
    </dsp:sp>
    <dsp:sp modelId="{FBB7C4FD-8A9F-4AD2-82BE-0373CF9AA0DF}">
      <dsp:nvSpPr>
        <dsp:cNvPr id="0" name=""/>
        <dsp:cNvSpPr/>
      </dsp:nvSpPr>
      <dsp:spPr>
        <a:xfrm>
          <a:off x="4664926" y="3649235"/>
          <a:ext cx="2118642" cy="72"/>
        </a:xfrm>
        <a:prstGeom prst="rect">
          <a:avLst/>
        </a:prstGeom>
        <a:solidFill>
          <a:srgbClr val="C0504D">
            <a:hueOff val="2600844"/>
            <a:satOff val="-3244"/>
            <a:lumOff val="763"/>
            <a:alphaOff val="0"/>
          </a:srgbClr>
        </a:solidFill>
        <a:ln w="25400" cap="flat" cmpd="sng" algn="ctr">
          <a:solidFill>
            <a:srgbClr val="C0504D">
              <a:hueOff val="2600844"/>
              <a:satOff val="-3244"/>
              <a:lumOff val="763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B08170-2A51-4B84-8E36-316A2FB8E2A8}">
      <dsp:nvSpPr>
        <dsp:cNvPr id="0" name=""/>
        <dsp:cNvSpPr/>
      </dsp:nvSpPr>
      <dsp:spPr>
        <a:xfrm>
          <a:off x="6995432" y="683207"/>
          <a:ext cx="2118642" cy="2966099"/>
        </a:xfrm>
        <a:prstGeom prst="rect">
          <a:avLst/>
        </a:prstGeom>
        <a:solidFill>
          <a:srgbClr val="C0504D">
            <a:tint val="40000"/>
            <a:alpha val="90000"/>
            <a:hueOff val="3769366"/>
            <a:satOff val="-3283"/>
            <a:lumOff val="-4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3769366"/>
              <a:satOff val="-3283"/>
              <a:lumOff val="-4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78" tIns="330200" rIns="165178" bIns="33020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4. Calculate Test Statistic</a:t>
          </a:r>
        </a:p>
      </dsp:txBody>
      <dsp:txXfrm>
        <a:off x="6995432" y="1810325"/>
        <a:ext cx="2118642" cy="1779659"/>
      </dsp:txXfrm>
    </dsp:sp>
    <dsp:sp modelId="{0349DC70-AA64-453F-AC82-88C5373EC56D}">
      <dsp:nvSpPr>
        <dsp:cNvPr id="0" name=""/>
        <dsp:cNvSpPr/>
      </dsp:nvSpPr>
      <dsp:spPr>
        <a:xfrm>
          <a:off x="7609839" y="979817"/>
          <a:ext cx="889829" cy="889829"/>
        </a:xfrm>
        <a:prstGeom prst="ellipse">
          <a:avLst/>
        </a:prstGeom>
        <a:solidFill>
          <a:srgbClr val="C0504D">
            <a:hueOff val="3121013"/>
            <a:satOff val="-3893"/>
            <a:lumOff val="915"/>
            <a:alphaOff val="0"/>
          </a:srgbClr>
        </a:solidFill>
        <a:ln w="25400" cap="flat" cmpd="sng" algn="ctr">
          <a:solidFill>
            <a:srgbClr val="C0504D">
              <a:hueOff val="3121013"/>
              <a:satOff val="-3893"/>
              <a:lumOff val="915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375" tIns="12700" rIns="69375" bIns="1270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4</a:t>
          </a:r>
        </a:p>
      </dsp:txBody>
      <dsp:txXfrm>
        <a:off x="7740151" y="1110129"/>
        <a:ext cx="629205" cy="629205"/>
      </dsp:txXfrm>
    </dsp:sp>
    <dsp:sp modelId="{68014E59-C244-40B8-9FD9-89F7A544623F}">
      <dsp:nvSpPr>
        <dsp:cNvPr id="0" name=""/>
        <dsp:cNvSpPr/>
      </dsp:nvSpPr>
      <dsp:spPr>
        <a:xfrm>
          <a:off x="6995432" y="3649235"/>
          <a:ext cx="2118642" cy="72"/>
        </a:xfrm>
        <a:prstGeom prst="rect">
          <a:avLst/>
        </a:prstGeom>
        <a:solidFill>
          <a:srgbClr val="C0504D">
            <a:hueOff val="3641181"/>
            <a:satOff val="-4541"/>
            <a:lumOff val="1068"/>
            <a:alphaOff val="0"/>
          </a:srgbClr>
        </a:solidFill>
        <a:ln w="25400" cap="flat" cmpd="sng" algn="ctr">
          <a:solidFill>
            <a:srgbClr val="C0504D">
              <a:hueOff val="3641181"/>
              <a:satOff val="-4541"/>
              <a:lumOff val="1068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E6F7E5-197D-4AF7-A828-70AA8147B344}">
      <dsp:nvSpPr>
        <dsp:cNvPr id="0" name=""/>
        <dsp:cNvSpPr/>
      </dsp:nvSpPr>
      <dsp:spPr>
        <a:xfrm>
          <a:off x="9325939" y="683207"/>
          <a:ext cx="2118642" cy="2966099"/>
        </a:xfrm>
        <a:prstGeom prst="rect">
          <a:avLst/>
        </a:prstGeom>
        <a:solidFill>
          <a:srgbClr val="C0504D">
            <a:tint val="40000"/>
            <a:alpha val="90000"/>
            <a:hueOff val="5025821"/>
            <a:satOff val="-4378"/>
            <a:lumOff val="-6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5025821"/>
              <a:satOff val="-4378"/>
              <a:lumOff val="-6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78" tIns="330200" rIns="165178" bIns="33020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5. Make Decision</a:t>
          </a:r>
        </a:p>
      </dsp:txBody>
      <dsp:txXfrm>
        <a:off x="9325939" y="1810325"/>
        <a:ext cx="2118642" cy="1779659"/>
      </dsp:txXfrm>
    </dsp:sp>
    <dsp:sp modelId="{9B697E99-C80F-4754-858A-F159AEA84C88}">
      <dsp:nvSpPr>
        <dsp:cNvPr id="0" name=""/>
        <dsp:cNvSpPr/>
      </dsp:nvSpPr>
      <dsp:spPr>
        <a:xfrm>
          <a:off x="9940345" y="979817"/>
          <a:ext cx="889829" cy="889829"/>
        </a:xfrm>
        <a:prstGeom prst="ellipse">
          <a:avLst/>
        </a:prstGeom>
        <a:solidFill>
          <a:srgbClr val="C0504D">
            <a:hueOff val="4161350"/>
            <a:satOff val="-5190"/>
            <a:lumOff val="1220"/>
            <a:alphaOff val="0"/>
          </a:srgbClr>
        </a:solidFill>
        <a:ln w="25400" cap="flat" cmpd="sng" algn="ctr">
          <a:solidFill>
            <a:srgbClr val="C0504D">
              <a:hueOff val="4161350"/>
              <a:satOff val="-5190"/>
              <a:lumOff val="122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375" tIns="12700" rIns="69375" bIns="1270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5</a:t>
          </a:r>
        </a:p>
      </dsp:txBody>
      <dsp:txXfrm>
        <a:off x="10070657" y="1110129"/>
        <a:ext cx="629205" cy="629205"/>
      </dsp:txXfrm>
    </dsp:sp>
    <dsp:sp modelId="{A196F8AA-22A8-4A31-94A4-0BFEDF4CB880}">
      <dsp:nvSpPr>
        <dsp:cNvPr id="0" name=""/>
        <dsp:cNvSpPr/>
      </dsp:nvSpPr>
      <dsp:spPr>
        <a:xfrm>
          <a:off x="9325939" y="3649235"/>
          <a:ext cx="2118642" cy="72"/>
        </a:xfrm>
        <a:prstGeom prst="rect">
          <a:avLst/>
        </a:prstGeom>
        <a:solidFill>
          <a:srgbClr val="C0504D">
            <a:hueOff val="4681519"/>
            <a:satOff val="-5839"/>
            <a:lumOff val="1373"/>
            <a:alphaOff val="0"/>
          </a:srgbClr>
        </a:solidFill>
        <a:ln w="25400" cap="flat" cmpd="sng" algn="ctr">
          <a:solidFill>
            <a:srgbClr val="C0504D">
              <a:hueOff val="4681519"/>
              <a:satOff val="-5839"/>
              <a:lumOff val="1373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1T04:58:56.3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1T05:01:15.0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1T05:01:19.8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30 24575,'216'-14'0,"-40"1"0,536 10 0,-364 6 0,1373-3-1365,-1700 0-5461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1T05:01:21.3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1T05:12:06.1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1T05:15:59.1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23026,'14184'0'0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1T05:16:08.1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24575,'434'21'0,"-146"-15"0,-242-6 0,-21 1 0,1 2 0,35 7 0,-32-4 0,36 2 0,64-9 0,25 3 0,-131 2-1365,-6 2-5461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1T05:19:11.2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24575,'0'9'-9830,"0"27"3277,0 20 11616,4 20-5063,3 6 2817,-2-6-2817,0-7 1719,-2-10-1719,-1-11 6784,0-9-6784,-2-6 0,0-5 0,0-6-8191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1T05:20:20.4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1T05:16:46.8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1T05:17:46.6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1T05:18:38.5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8CAB6-0A18-B12A-06A5-CFD0B0666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51E932-87D4-E4A3-5EC5-FD37D2ADBA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61194-F8BE-C949-EFCA-00EE7F867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334BE2-760E-FA63-F53E-6EC6D65C1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019652-B072-95C3-666A-824B223F0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81034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3625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55807-6537-7A6D-A641-B2A17376E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5B0403-42FF-1C59-1D5B-32C3D76224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186C83-3353-0411-EE9B-3502DB3E4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0F388B-76FB-C020-4F27-4E8F47369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013B55-0C9D-95FE-DE57-76D9CAC53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8621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0200A-4353-C353-E184-88D52DADC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3E2DB6-9BB8-38D4-16CA-0544ED95B0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E55387-24D0-58FA-83A3-7DE9457A88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792733-6AE7-EB0F-FA3B-AF5CDFCC8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1F2C6F-7464-367E-E3F8-97DC8C8F3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816EA2-7E56-7BA3-2439-E543C4160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8239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5A9EF-5440-6E76-FF73-0CF065E3F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746708-25E5-77F6-A964-227D0EE4C5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0C22E3-5FB3-FA79-ED62-21819A6A00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96025A-E802-D170-D6B8-690A286BCE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0B7203-20FE-415A-F923-11A30CAAC6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7DA1C9-7D6A-71D0-70D9-9B0828718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FE8C4F-142A-8803-C2AD-C6393A49A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83C7CE-86E2-2A63-0ECE-6F7089A68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1712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AE12F-6D65-52A0-48AA-B03A63F84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C2E755-9EA8-6439-9AA9-91FF3D918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EB468B-111F-CF06-6C38-3BC8CFF43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D94801-333D-738E-07D1-D8DAF45C0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5337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345271-495D-152E-CF4A-DF4710D8B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F704DD-032D-53A7-BFF6-45E5965DD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277178-4230-89A4-5872-75B349208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7007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A69D6-24F8-42C9-1D77-EC8866907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D61D7-9867-D57B-393C-47C770AA65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ED94E2-1CFC-4DFF-4491-2085D8036D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0CD279-5116-5E15-60C5-9EF79DDB4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031C19-F77D-04E3-B033-CF6338C13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8963EA-8864-E6BE-24F5-23AFDA15D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8667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56FE6-775B-5F83-EEAB-E36547DB1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964366-F9DB-7570-8134-3DDD5A1017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EFF4E6-78FE-6A93-F107-25294F26CE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DA6E5D-D1B7-97B4-E5F0-293D2283C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70F263-4F04-05C5-5AB8-17B4BF436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8888F2-58F4-670D-C34D-AD8FC7455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8837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48A30-B913-89F3-B532-786CB42C2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D29D4D-DEE7-6A1D-B42E-38574A7273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96FAF5-A696-3446-BF82-38164F6A8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E94DE-54DD-A6A8-474C-AB93008EA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8F6DA-A2A6-C945-BF21-6706B5FA6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9727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308265-AD14-4580-CC74-9C4CF00E99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F309DA-5772-6FBD-97A3-F137B93F90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C1C790-714C-45F7-D996-F901BECA5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F76402-000D-C35B-9564-25F55D31A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67743-5BF8-DFC2-CBDC-EB27E0116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75857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B05E56-8D2F-5F2F-8551-44A2B095F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6445D5-7E47-8624-9AC3-BB3BCD2772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9B5D27-2F61-7E25-7C4F-55CEB62622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8E40CC-F5EF-5459-5DE6-51B24194D7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677AFA-267B-483B-8828-7D5EC7CBFD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2197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7.png"/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34" Type="http://schemas.openxmlformats.org/officeDocument/2006/relationships/image" Target="../media/image33.png"/><Relationship Id="rId2" Type="http://schemas.openxmlformats.org/officeDocument/2006/relationships/image" Target="../media/image610.png"/><Relationship Id="rId1" Type="http://schemas.openxmlformats.org/officeDocument/2006/relationships/slideLayout" Target="../slideLayouts/slideLayout2.xml"/><Relationship Id="rId37" Type="http://schemas.openxmlformats.org/officeDocument/2006/relationships/customXml" Target="../ink/ink4.xml"/><Relationship Id="rId36" Type="http://schemas.openxmlformats.org/officeDocument/2006/relationships/image" Target="../media/image34.png"/><Relationship Id="rId35" Type="http://schemas.openxmlformats.org/officeDocument/2006/relationships/customXml" Target="../ink/ink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customXml" Target="../ink/ink5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customXml" Target="../ink/ink9.xml"/><Relationship Id="rId72" Type="http://schemas.openxmlformats.org/officeDocument/2006/relationships/image" Target="../media/image33.png"/><Relationship Id="rId3" Type="http://schemas.openxmlformats.org/officeDocument/2006/relationships/customXml" Target="../ink/ink6.xml"/><Relationship Id="rId12" Type="http://schemas.openxmlformats.org/officeDocument/2006/relationships/image" Target="../media/image5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8.xml"/><Relationship Id="rId10" Type="http://schemas.openxmlformats.org/officeDocument/2006/relationships/image" Target="../media/image49.png"/><Relationship Id="rId9" Type="http://schemas.openxmlformats.org/officeDocument/2006/relationships/customXml" Target="../ink/ink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2.xml"/><Relationship Id="rId5" Type="http://schemas.openxmlformats.org/officeDocument/2006/relationships/customXml" Target="../ink/ink11.xml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hyperlink" Target="https://medium.com/@vikashsinghy2k/step-by-step-guide-to-normal-binomial-and-poisson-distributions-using-python-4256762fb958" TargetMode="External"/><Relationship Id="rId3" Type="http://schemas.openxmlformats.org/officeDocument/2006/relationships/hyperlink" Target="https://medium.com/@vikashsinghy2k/frequently-asked-hypothesis-testing-questions-for-data-scientist-interviews-f4ef4a313a07" TargetMode="External"/><Relationship Id="rId7" Type="http://schemas.openxmlformats.org/officeDocument/2006/relationships/hyperlink" Target="https://medium.com/@vikashsinghy2k/how-to-collect-data-effectively-methods-questionnaire-design-and-data-sources-explained-7c0aa41d0afd" TargetMode="External"/><Relationship Id="rId2" Type="http://schemas.openxmlformats.org/officeDocument/2006/relationships/hyperlink" Target="https://medium.com/@vikashsinghy2k/introduction-to-hypothesis-testing-321cf4c9406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edium.com/@vikashsinghy2k/complete-guide-to-sampling-methods-random-stratified-systematic-and-cluster-sampling-with-f81eeb07676b" TargetMode="External"/><Relationship Id="rId5" Type="http://schemas.openxmlformats.org/officeDocument/2006/relationships/hyperlink" Target="https://medium.com/@vikashsinghy2k/frequently-asked-hypothesis-testing-questions-for-data-scientist-interviews-part-3-bd524da113cf" TargetMode="External"/><Relationship Id="rId4" Type="http://schemas.openxmlformats.org/officeDocument/2006/relationships/hyperlink" Target="https://medium.com/@vikashsinghy2k/frequently-asked-hypothesis-testing-interview-questions-for-aspiring-data-scientists-part-2-eea00536f423" TargetMode="External"/><Relationship Id="rId9" Type="http://schemas.openxmlformats.org/officeDocument/2006/relationships/hyperlink" Target="https://medium.com/@vikashsinghy2k/step-by-step-guide-to-two-sample-z-test-for-large-samples-population-sd-known-e82f52d2938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33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8A999DC-A153-1905-C7EE-7C969DA83FFE}"/>
              </a:ext>
            </a:extLst>
          </p:cNvPr>
          <p:cNvSpPr/>
          <p:nvPr/>
        </p:nvSpPr>
        <p:spPr>
          <a:xfrm>
            <a:off x="-419100" y="4152147"/>
            <a:ext cx="12705589" cy="4105276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C59026-22DA-C7EE-E8D5-0A960E14490B}"/>
              </a:ext>
            </a:extLst>
          </p:cNvPr>
          <p:cNvSpPr/>
          <p:nvPr/>
        </p:nvSpPr>
        <p:spPr>
          <a:xfrm>
            <a:off x="0" y="5429251"/>
            <a:ext cx="12192001" cy="865268"/>
          </a:xfrm>
          <a:prstGeom prst="rect">
            <a:avLst/>
          </a:prstGeom>
          <a:solidFill>
            <a:srgbClr val="C00000">
              <a:alpha val="7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FAFFA5-8138-FB30-6CEE-C907D53506F8}"/>
              </a:ext>
            </a:extLst>
          </p:cNvPr>
          <p:cNvSpPr txBox="1"/>
          <p:nvPr/>
        </p:nvSpPr>
        <p:spPr>
          <a:xfrm>
            <a:off x="1195137" y="5113697"/>
            <a:ext cx="9801726" cy="147732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endParaRPr lang="en-US" sz="3000" dirty="0">
              <a:solidFill>
                <a:schemeClr val="bg1"/>
              </a:solidFill>
              <a:latin typeface="Montserrat SemiBold" pitchFamily="2" charset="0"/>
            </a:endParaRPr>
          </a:p>
          <a:p>
            <a:pPr algn="ctr"/>
            <a:r>
              <a:rPr lang="en-US" sz="3000" dirty="0">
                <a:solidFill>
                  <a:schemeClr val="bg1"/>
                </a:solidFill>
                <a:latin typeface="Montserrat SemiBold" pitchFamily="2" charset="0"/>
              </a:rPr>
              <a:t>Hypothesis Testing using Statistical Tests</a:t>
            </a:r>
          </a:p>
          <a:p>
            <a:pPr algn="ctr"/>
            <a:endParaRPr lang="en-US" sz="3000" dirty="0">
              <a:solidFill>
                <a:schemeClr val="bg1"/>
              </a:solidFill>
              <a:latin typeface="Montserrat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695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E650A68-EA3A-2D91-1B47-FD55243C0DD5}"/>
              </a:ext>
            </a:extLst>
          </p:cNvPr>
          <p:cNvSpPr txBox="1">
            <a:spLocks/>
          </p:cNvSpPr>
          <p:nvPr/>
        </p:nvSpPr>
        <p:spPr>
          <a:xfrm>
            <a:off x="3606449" y="239070"/>
            <a:ext cx="6909152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Learning Objectives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5DD431F-D61B-40D1-6A24-AC95A22F2994}"/>
              </a:ext>
            </a:extLst>
          </p:cNvPr>
          <p:cNvSpPr txBox="1">
            <a:spLocks/>
          </p:cNvSpPr>
          <p:nvPr/>
        </p:nvSpPr>
        <p:spPr>
          <a:xfrm>
            <a:off x="864833" y="2134159"/>
            <a:ext cx="10249481" cy="5713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200" b="1" dirty="0">
                <a:latin typeface="Avenir Next LT Pro" panose="020B0504020202020204" pitchFamily="34" charset="0"/>
                <a:cs typeface="Arial" pitchFamily="34" charset="0"/>
              </a:rPr>
              <a:t>By the end of this session, you will be able to: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15642FB-F2EA-04B0-6F92-25F1F679F81B}"/>
              </a:ext>
            </a:extLst>
          </p:cNvPr>
          <p:cNvSpPr txBox="1">
            <a:spLocks/>
          </p:cNvSpPr>
          <p:nvPr/>
        </p:nvSpPr>
        <p:spPr>
          <a:xfrm>
            <a:off x="1001485" y="3048001"/>
            <a:ext cx="10765971" cy="276497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Understand when to use which statistical tests </a:t>
            </a:r>
          </a:p>
          <a:p>
            <a:r>
              <a:rPr lang="en-US"/>
              <a:t>Apply and practice the various steps of Hypothesis Testing</a:t>
            </a:r>
          </a:p>
          <a:p>
            <a:r>
              <a:rPr lang="en-US"/>
              <a:t>Understand the process of one sample and two sample tests.</a:t>
            </a:r>
          </a:p>
          <a:p>
            <a:r>
              <a:rPr lang="en-US"/>
              <a:t>Draw inferences and conclusion.</a:t>
            </a:r>
          </a:p>
          <a:p>
            <a:r>
              <a:rPr lang="en-US"/>
              <a:t>Understand the concept of degrees of freedom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5202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1F271-41DA-A538-EB88-50AE4905C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7361F3A-5E34-A607-B323-75C66E5F6978}"/>
              </a:ext>
            </a:extLst>
          </p:cNvPr>
          <p:cNvSpPr txBox="1">
            <a:spLocks/>
          </p:cNvSpPr>
          <p:nvPr/>
        </p:nvSpPr>
        <p:spPr>
          <a:xfrm>
            <a:off x="2275113" y="217297"/>
            <a:ext cx="8679191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What is a Hypothesis and Hypothesis Testing?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27A51BC-1718-DC86-3F98-CD06FDFFA8FD}"/>
              </a:ext>
            </a:extLst>
          </p:cNvPr>
          <p:cNvSpPr txBox="1">
            <a:spLocks/>
          </p:cNvSpPr>
          <p:nvPr/>
        </p:nvSpPr>
        <p:spPr>
          <a:xfrm>
            <a:off x="313519" y="1166018"/>
            <a:ext cx="10765971" cy="4525963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An assumption or educated guess about a population parameter.</a:t>
            </a:r>
          </a:p>
          <a:p>
            <a:r>
              <a:rPr lang="en-US"/>
              <a:t>Tested using sample data.</a:t>
            </a:r>
          </a:p>
          <a:p>
            <a:endParaRPr lang="en-US"/>
          </a:p>
          <a:p>
            <a:r>
              <a:rPr lang="en-US"/>
              <a:t>Hypothesis testing is like a detective game where you 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1. start with an assumption (a hypothesis);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2. then collect evidence (data) to decide whether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3. your assumption is likely to be true or not. </a:t>
            </a:r>
          </a:p>
          <a:p>
            <a:endParaRPr lang="en-US"/>
          </a:p>
          <a:p>
            <a:r>
              <a:rPr lang="en-US"/>
              <a:t>It’s a way of making decisions or inferences about a population based on a sample of data.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40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BC560-F87C-1527-EF66-E6CD394E452E}"/>
              </a:ext>
            </a:extLst>
          </p:cNvPr>
          <p:cNvSpPr txBox="1">
            <a:spLocks/>
          </p:cNvSpPr>
          <p:nvPr/>
        </p:nvSpPr>
        <p:spPr>
          <a:xfrm>
            <a:off x="3026229" y="217297"/>
            <a:ext cx="7928076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Steps in Hypothesis Testing (Recap)</a:t>
            </a:r>
            <a:endParaRPr lang="en-US" sz="2800" b="1" dirty="0">
              <a:solidFill>
                <a:srgbClr val="D9212B"/>
              </a:solidFill>
            </a:endParaRP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E13F9C83-C3C8-428D-1209-1FB7BDE19B9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5191825"/>
              </p:ext>
            </p:extLst>
          </p:nvPr>
        </p:nvGraphicFramePr>
        <p:xfrm>
          <a:off x="438705" y="1469571"/>
          <a:ext cx="11448495" cy="43325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424293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8C753-9842-2EC4-0BC8-2DAA95A19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B3820-C59F-0867-C81E-6FA117A5A68B}"/>
              </a:ext>
            </a:extLst>
          </p:cNvPr>
          <p:cNvSpPr txBox="1">
            <a:spLocks/>
          </p:cNvSpPr>
          <p:nvPr/>
        </p:nvSpPr>
        <p:spPr>
          <a:xfrm>
            <a:off x="2427513" y="217297"/>
            <a:ext cx="8526791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Reference</a:t>
            </a:r>
            <a:endParaRPr lang="en-US" sz="2800" b="1" dirty="0">
              <a:solidFill>
                <a:srgbClr val="D9212B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Google Shape;74;p43">
                <a:extLst>
                  <a:ext uri="{FF2B5EF4-FFF2-40B4-BE49-F238E27FC236}">
                    <a16:creationId xmlns:a16="http://schemas.microsoft.com/office/drawing/2014/main" id="{219D858A-1E59-C8BB-1970-F3FBFCAE295A}"/>
                  </a:ext>
                </a:extLst>
              </p:cNvPr>
              <p:cNvSpPr txBox="1"/>
              <p:nvPr/>
            </p:nvSpPr>
            <p:spPr>
              <a:xfrm>
                <a:off x="539292" y="1299606"/>
                <a:ext cx="11113415" cy="10408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6925" tIns="16925" rIns="16925" bIns="16925" anchor="t" anchorCtr="0">
                <a:noAutofit/>
              </a:bodyPr>
              <a:lstStyle/>
              <a:p>
                <a:pPr marL="0" marR="0" lvl="0" indent="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3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Times New Roman" panose="02020603050405020304" pitchFamily="18" charset="0"/>
                    <a:cs typeface="+mn-cs"/>
                  </a:rPr>
                  <a:t>Test statistics</a:t>
                </a:r>
                <a14:m>
                  <m:oMath xmlns:m="http://schemas.openxmlformats.org/officeDocument/2006/math">
                    <m:r>
                      <a:rPr kumimoji="0" lang="en-IN" sz="3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Times New Roman" panose="02020603050405020304" pitchFamily="18" charset="0"/>
                        <a:cs typeface="+mn-cs"/>
                      </a:rPr>
                      <m:t>= </m:t>
                    </m:r>
                    <m:f>
                      <m:fPr>
                        <m:ctrlPr>
                          <a:rPr kumimoji="0" lang="en-US" sz="3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3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+mn-cs"/>
                          </a:rPr>
                          <m:t>𝑺𝒂𝒎𝒑𝒍𝒆</m:t>
                        </m:r>
                        <m:r>
                          <a:rPr kumimoji="0" lang="en-US" sz="3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+mn-cs"/>
                          </a:rPr>
                          <m:t> </m:t>
                        </m:r>
                        <m:r>
                          <a:rPr kumimoji="0" lang="en-US" sz="3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+mn-cs"/>
                          </a:rPr>
                          <m:t>𝒔𝒕𝒂𝒕𝒊𝒔𝒕𝒊𝒄</m:t>
                        </m:r>
                        <m:r>
                          <a:rPr kumimoji="0" lang="en-IN" sz="3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+mn-cs"/>
                          </a:rPr>
                          <m:t>−</m:t>
                        </m:r>
                        <m:r>
                          <a:rPr kumimoji="0" lang="en-US" sz="3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+mn-cs"/>
                          </a:rPr>
                          <m:t>𝑷𝒐𝒑𝒖𝒍𝒂𝒕𝒊𝒐𝒏</m:t>
                        </m:r>
                        <m:r>
                          <a:rPr kumimoji="0" lang="en-US" sz="3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+mn-cs"/>
                          </a:rPr>
                          <m:t> </m:t>
                        </m:r>
                        <m:r>
                          <a:rPr kumimoji="0" lang="en-US" sz="3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+mn-cs"/>
                          </a:rPr>
                          <m:t>𝑷𝒂𝒓𝒂𝒎𝒆𝒕𝒆𝒓</m:t>
                        </m:r>
                      </m:num>
                      <m:den>
                        <m:r>
                          <a:rPr kumimoji="0" lang="en-IN" sz="3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+mn-cs"/>
                          </a:rPr>
                          <m:t>𝑺𝒕𝒂𝒏𝒅𝒂𝒓𝒅</m:t>
                        </m:r>
                        <m:r>
                          <a:rPr kumimoji="0" lang="en-IN" sz="3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+mn-cs"/>
                          </a:rPr>
                          <m:t> </m:t>
                        </m:r>
                        <m:r>
                          <a:rPr kumimoji="0" lang="en-US" sz="3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+mn-cs"/>
                          </a:rPr>
                          <m:t>𝑬𝒓𝒓𝒐𝒓</m:t>
                        </m:r>
                      </m:den>
                    </m:f>
                  </m:oMath>
                </a14:m>
                <a:endParaRPr kumimoji="0" lang="en-IN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Times New Roman" panose="02020603050405020304" pitchFamily="18" charset="0"/>
                  <a:cs typeface="+mn-cs"/>
                </a:endParaRPr>
              </a:p>
            </p:txBody>
          </p:sp>
        </mc:Choice>
        <mc:Fallback xmlns="">
          <p:sp>
            <p:nvSpPr>
              <p:cNvPr id="4" name="Google Shape;74;p43">
                <a:extLst>
                  <a:ext uri="{FF2B5EF4-FFF2-40B4-BE49-F238E27FC236}">
                    <a16:creationId xmlns:a16="http://schemas.microsoft.com/office/drawing/2014/main" id="{219D858A-1E59-C8BB-1970-F3FBFCAE29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292" y="1299606"/>
                <a:ext cx="11113415" cy="1040828"/>
              </a:xfrm>
              <a:prstGeom prst="rect">
                <a:avLst/>
              </a:prstGeom>
              <a:blipFill>
                <a:blip r:embed="rId2"/>
                <a:stretch>
                  <a:fillRect l="-230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9FBC722-96BC-0792-A4CA-FC0DD47DDE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2545058"/>
              </p:ext>
            </p:extLst>
          </p:nvPr>
        </p:nvGraphicFramePr>
        <p:xfrm>
          <a:off x="511270" y="3195709"/>
          <a:ext cx="11234416" cy="2268919"/>
        </p:xfrm>
        <a:graphic>
          <a:graphicData uri="http://schemas.openxmlformats.org/drawingml/2006/table">
            <a:tbl>
              <a:tblPr/>
              <a:tblGrid>
                <a:gridCol w="2808604">
                  <a:extLst>
                    <a:ext uri="{9D8B030D-6E8A-4147-A177-3AD203B41FA5}">
                      <a16:colId xmlns:a16="http://schemas.microsoft.com/office/drawing/2014/main" val="2868701459"/>
                    </a:ext>
                  </a:extLst>
                </a:gridCol>
                <a:gridCol w="2808604">
                  <a:extLst>
                    <a:ext uri="{9D8B030D-6E8A-4147-A177-3AD203B41FA5}">
                      <a16:colId xmlns:a16="http://schemas.microsoft.com/office/drawing/2014/main" val="863082295"/>
                    </a:ext>
                  </a:extLst>
                </a:gridCol>
                <a:gridCol w="2808604">
                  <a:extLst>
                    <a:ext uri="{9D8B030D-6E8A-4147-A177-3AD203B41FA5}">
                      <a16:colId xmlns:a16="http://schemas.microsoft.com/office/drawing/2014/main" val="3933272726"/>
                    </a:ext>
                  </a:extLst>
                </a:gridCol>
                <a:gridCol w="2808604">
                  <a:extLst>
                    <a:ext uri="{9D8B030D-6E8A-4147-A177-3AD203B41FA5}">
                      <a16:colId xmlns:a16="http://schemas.microsoft.com/office/drawing/2014/main" val="516551415"/>
                    </a:ext>
                  </a:extLst>
                </a:gridCol>
              </a:tblGrid>
              <a:tr h="818711">
                <a:tc>
                  <a:txBody>
                    <a:bodyPr/>
                    <a:lstStyle/>
                    <a:p>
                      <a:pPr algn="ctr" fontAlgn="auto"/>
                      <a:r>
                        <a:rPr lang="en-IN" sz="2400" dirty="0">
                          <a:effectLst/>
                        </a:rPr>
                        <a:t>Significance Level (⍺)</a:t>
                      </a:r>
                    </a:p>
                  </a:txBody>
                  <a:tcPr marL="6350" marR="6350" marT="6350" marB="6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IN" sz="2400" dirty="0">
                          <a:effectLst/>
                        </a:rPr>
                        <a:t>Two-Tailed Test</a:t>
                      </a:r>
                    </a:p>
                  </a:txBody>
                  <a:tcPr marL="6350" marR="6350" marT="6350" marB="6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IN" sz="2400" dirty="0">
                          <a:effectLst/>
                        </a:rPr>
                        <a:t>One-Tailed Test (Left)</a:t>
                      </a:r>
                    </a:p>
                  </a:txBody>
                  <a:tcPr marL="6350" marR="6350" marT="6350" marB="6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IN" sz="2400" dirty="0">
                          <a:effectLst/>
                        </a:rPr>
                        <a:t>One-Tailed Test (Right)</a:t>
                      </a:r>
                    </a:p>
                  </a:txBody>
                  <a:tcPr marL="6350" marR="6350" marT="6350" marB="6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3996284"/>
                  </a:ext>
                </a:extLst>
              </a:tr>
              <a:tr h="416341">
                <a:tc>
                  <a:txBody>
                    <a:bodyPr/>
                    <a:lstStyle/>
                    <a:p>
                      <a:pPr algn="ctr" fontAlgn="auto"/>
                      <a:r>
                        <a:rPr lang="en-IN" sz="2400" dirty="0">
                          <a:effectLst/>
                        </a:rPr>
                        <a:t>0.01</a:t>
                      </a:r>
                    </a:p>
                  </a:txBody>
                  <a:tcPr marL="6350" marR="6350" marT="6350" marB="6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IN" sz="2400" dirty="0">
                          <a:effectLst/>
                        </a:rPr>
                        <a:t>±2.58</a:t>
                      </a:r>
                    </a:p>
                  </a:txBody>
                  <a:tcPr marL="6350" marR="6350" marT="6350" marB="6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IN" sz="2400" dirty="0">
                          <a:effectLst/>
                        </a:rPr>
                        <a:t>-2.326</a:t>
                      </a:r>
                    </a:p>
                  </a:txBody>
                  <a:tcPr marL="6350" marR="6350" marT="6350" marB="6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IN" sz="2400" dirty="0">
                          <a:effectLst/>
                        </a:rPr>
                        <a:t>+2.326</a:t>
                      </a:r>
                    </a:p>
                  </a:txBody>
                  <a:tcPr marL="6350" marR="6350" marT="6350" marB="6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3837706"/>
                  </a:ext>
                </a:extLst>
              </a:tr>
              <a:tr h="617526">
                <a:tc>
                  <a:txBody>
                    <a:bodyPr/>
                    <a:lstStyle/>
                    <a:p>
                      <a:pPr algn="ctr" fontAlgn="auto"/>
                      <a:r>
                        <a:rPr lang="en-IN" sz="2400" dirty="0">
                          <a:effectLst/>
                        </a:rPr>
                        <a:t>0.05</a:t>
                      </a:r>
                    </a:p>
                  </a:txBody>
                  <a:tcPr marL="6350" marR="6350" marT="6350" marB="6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IN" sz="3600" dirty="0">
                          <a:effectLst/>
                          <a:highlight>
                            <a:srgbClr val="FFFF00"/>
                          </a:highlight>
                        </a:rPr>
                        <a:t>±1.96</a:t>
                      </a:r>
                    </a:p>
                  </a:txBody>
                  <a:tcPr marL="6350" marR="6350" marT="6350" marB="6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IN" sz="2400" b="1" dirty="0">
                          <a:effectLst/>
                        </a:rPr>
                        <a:t>-1.645</a:t>
                      </a:r>
                      <a:endParaRPr lang="en-IN" sz="2400" dirty="0">
                        <a:effectLst/>
                      </a:endParaRPr>
                    </a:p>
                  </a:txBody>
                  <a:tcPr marL="6350" marR="6350" marT="6350" marB="6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IN" sz="2400" b="1" dirty="0">
                          <a:effectLst/>
                        </a:rPr>
                        <a:t>+1.645</a:t>
                      </a:r>
                      <a:endParaRPr lang="en-IN" sz="2400" dirty="0">
                        <a:effectLst/>
                      </a:endParaRPr>
                    </a:p>
                  </a:txBody>
                  <a:tcPr marL="6350" marR="6350" marT="6350" marB="6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4861969"/>
                  </a:ext>
                </a:extLst>
              </a:tr>
              <a:tr h="416341">
                <a:tc>
                  <a:txBody>
                    <a:bodyPr/>
                    <a:lstStyle/>
                    <a:p>
                      <a:pPr algn="ctr" fontAlgn="auto"/>
                      <a:r>
                        <a:rPr lang="en-IN" sz="2400" dirty="0">
                          <a:effectLst/>
                        </a:rPr>
                        <a:t>0.10</a:t>
                      </a:r>
                    </a:p>
                  </a:txBody>
                  <a:tcPr marL="6350" marR="6350" marT="6350" marB="6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IN" sz="2400" b="1" dirty="0">
                          <a:effectLst/>
                        </a:rPr>
                        <a:t>±1.645</a:t>
                      </a:r>
                      <a:endParaRPr lang="en-IN" sz="2400" dirty="0">
                        <a:effectLst/>
                      </a:endParaRPr>
                    </a:p>
                  </a:txBody>
                  <a:tcPr marL="6350" marR="6350" marT="6350" marB="6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IN" sz="2400" dirty="0">
                          <a:effectLst/>
                        </a:rPr>
                        <a:t>-1.282</a:t>
                      </a:r>
                    </a:p>
                  </a:txBody>
                  <a:tcPr marL="6350" marR="6350" marT="6350" marB="6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IN" sz="2400" dirty="0">
                          <a:effectLst/>
                        </a:rPr>
                        <a:t>+1.282</a:t>
                      </a:r>
                    </a:p>
                  </a:txBody>
                  <a:tcPr marL="6350" marR="6350" marT="6350" marB="6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80876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54B1202-883B-F534-6D72-F874F32DAC55}"/>
              </a:ext>
            </a:extLst>
          </p:cNvPr>
          <p:cNvSpPr txBox="1"/>
          <p:nvPr/>
        </p:nvSpPr>
        <p:spPr>
          <a:xfrm>
            <a:off x="681057" y="2734045"/>
            <a:ext cx="74920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Commonly used Critical z values</a:t>
            </a:r>
          </a:p>
        </p:txBody>
      </p:sp>
    </p:spTree>
    <p:extLst>
      <p:ext uri="{BB962C8B-B14F-4D97-AF65-F5344CB8AC3E}">
        <p14:creationId xmlns:p14="http://schemas.microsoft.com/office/powerpoint/2010/main" val="2616191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BB2ED-A3C6-B644-A321-6E86468FA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DD717-0143-6789-E5DA-1556FF957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64982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Statistical Test Computations</a:t>
            </a:r>
          </a:p>
        </p:txBody>
      </p:sp>
    </p:spTree>
    <p:extLst>
      <p:ext uri="{BB962C8B-B14F-4D97-AF65-F5344CB8AC3E}">
        <p14:creationId xmlns:p14="http://schemas.microsoft.com/office/powerpoint/2010/main" val="1102743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CA3F0-5D74-4967-F591-DED6512EB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00735-08EE-79AF-E3EB-C0B0347C38C8}"/>
              </a:ext>
            </a:extLst>
          </p:cNvPr>
          <p:cNvSpPr txBox="1">
            <a:spLocks/>
          </p:cNvSpPr>
          <p:nvPr/>
        </p:nvSpPr>
        <p:spPr>
          <a:xfrm>
            <a:off x="2601685" y="217297"/>
            <a:ext cx="8352619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Testing of Mean – One sample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3" name="Google Shape;74;p43">
            <a:extLst>
              <a:ext uri="{FF2B5EF4-FFF2-40B4-BE49-F238E27FC236}">
                <a16:creationId xmlns:a16="http://schemas.microsoft.com/office/drawing/2014/main" id="{0A75557A-D6E4-1206-EAE2-DF4DDC492BD3}"/>
              </a:ext>
            </a:extLst>
          </p:cNvPr>
          <p:cNvSpPr txBox="1"/>
          <p:nvPr/>
        </p:nvSpPr>
        <p:spPr>
          <a:xfrm>
            <a:off x="622300" y="1764268"/>
            <a:ext cx="10947400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25" tIns="16925" rIns="16925" bIns="16925" anchor="t" anchorCtr="0">
            <a:noAutofit/>
          </a:bodyPr>
          <a:lstStyle/>
          <a:p>
            <a:pPr marL="450215" algn="just">
              <a:lnSpc>
                <a:spcPct val="150000"/>
              </a:lnSpc>
            </a:pPr>
            <a:r>
              <a:rPr lang="en-IN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Test used: Z test (as the sample size is large and population SD is known)</a:t>
            </a:r>
          </a:p>
          <a:p>
            <a:pPr marL="450215" algn="just">
              <a:lnSpc>
                <a:spcPct val="150000"/>
              </a:lnSpc>
            </a:pPr>
            <a:endParaRPr lang="en-IN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0215" algn="just">
              <a:lnSpc>
                <a:spcPct val="150000"/>
              </a:lnSpc>
            </a:pPr>
            <a:r>
              <a:rPr lang="en-IN" sz="3600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Tes</a:t>
            </a:r>
            <a:r>
              <a:rPr lang="en-IN" sz="3600" dirty="0"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t statistic: </a:t>
            </a:r>
            <a:endParaRPr lang="en-IN" sz="3600" dirty="0">
              <a:effectLst/>
              <a:highlight>
                <a:srgbClr val="FFFF00"/>
              </a:highlight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0215" algn="just">
              <a:lnSpc>
                <a:spcPct val="150000"/>
              </a:lnSpc>
            </a:pPr>
            <a:endParaRPr lang="en-IN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Google Shape;75;p43">
            <a:extLst>
              <a:ext uri="{FF2B5EF4-FFF2-40B4-BE49-F238E27FC236}">
                <a16:creationId xmlns:a16="http://schemas.microsoft.com/office/drawing/2014/main" id="{CC7EEF18-CC15-4B10-4D36-50DDF2F5757A}"/>
              </a:ext>
            </a:extLst>
          </p:cNvPr>
          <p:cNvSpPr txBox="1"/>
          <p:nvPr/>
        </p:nvSpPr>
        <p:spPr>
          <a:xfrm>
            <a:off x="622300" y="1314451"/>
            <a:ext cx="11299902" cy="449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25" tIns="16925" rIns="16925" bIns="16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2400" dirty="0"/>
              <a:t>Testing of Mean – One sample – Large Sample(&gt;=30) and Population SD is known</a:t>
            </a:r>
            <a:endParaRPr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5ED34C6-83AE-F2D8-94FA-E22CC33634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6411" y="3233807"/>
            <a:ext cx="3637438" cy="197966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9CE97BE3-5D53-5853-18EB-C88BBBF08118}"/>
                  </a:ext>
                </a:extLst>
              </p14:cNvPr>
              <p14:cNvContentPartPr/>
              <p14:nvPr/>
            </p14:nvContentPartPr>
            <p14:xfrm>
              <a:off x="983028" y="5200901"/>
              <a:ext cx="360" cy="3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9CE97BE3-5D53-5853-18EB-C88BBBF08118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976908" y="5194781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214826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D338124-C37E-A26B-6918-EEECFD206DEB}"/>
              </a:ext>
            </a:extLst>
          </p:cNvPr>
          <p:cNvSpPr txBox="1">
            <a:spLocks/>
          </p:cNvSpPr>
          <p:nvPr/>
        </p:nvSpPr>
        <p:spPr>
          <a:xfrm>
            <a:off x="438705" y="217297"/>
            <a:ext cx="10515600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Testing of Mean – One sample</a:t>
            </a:r>
            <a:endParaRPr lang="en-US" sz="2800" b="1" dirty="0">
              <a:solidFill>
                <a:srgbClr val="D9212B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Google Shape;74;p43">
                <a:extLst>
                  <a:ext uri="{FF2B5EF4-FFF2-40B4-BE49-F238E27FC236}">
                    <a16:creationId xmlns:a16="http://schemas.microsoft.com/office/drawing/2014/main" id="{B3343FD2-009B-CBE5-CB59-DC2CF497D9B6}"/>
                  </a:ext>
                </a:extLst>
              </p:cNvPr>
              <p:cNvSpPr txBox="1"/>
              <p:nvPr/>
            </p:nvSpPr>
            <p:spPr>
              <a:xfrm>
                <a:off x="622300" y="1764268"/>
                <a:ext cx="10947400" cy="472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6925" tIns="16925" rIns="16925" bIns="16925" anchor="t" anchorCtr="0">
                <a:noAutofit/>
              </a:bodyPr>
              <a:lstStyle/>
              <a:p>
                <a:pPr marL="450215" algn="just">
                  <a:lnSpc>
                    <a:spcPct val="150000"/>
                  </a:lnSpc>
                </a:pPr>
                <a:r>
                  <a:rPr lang="en-IN" sz="2400" b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Example: </a:t>
                </a:r>
                <a:r>
                  <a:rPr lang="en-IN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Test whether the </a:t>
                </a:r>
                <a:r>
                  <a:rPr lang="en-IN" sz="2400" dirty="0">
                    <a:solidFill>
                      <a:schemeClr val="dk1"/>
                    </a:solidFill>
                    <a:effectLst/>
                    <a:latin typeface="Calibri"/>
                    <a:ea typeface="Times New Roman" panose="02020603050405020304" pitchFamily="18" charset="0"/>
                    <a:cs typeface="Calibri"/>
                    <a:sym typeface="Calibri"/>
                  </a:rPr>
                  <a:t>a</a:t>
                </a:r>
                <a:r>
                  <a:rPr lang="en-IN" sz="24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verage height of </a:t>
                </a:r>
                <a:r>
                  <a:rPr lang="en-IN" sz="2400" b="1" dirty="0">
                    <a:solidFill>
                      <a:srgbClr val="0070C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18 year old adults in a town </a:t>
                </a:r>
                <a:r>
                  <a:rPr lang="en-IN" sz="24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is 158cms  with Standard deviation of 2cms. </a:t>
                </a:r>
                <a:r>
                  <a:rPr lang="en-IN" sz="2400" b="1" dirty="0">
                    <a:solidFill>
                      <a:srgbClr val="0070C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 sample of 100, 18 year old </a:t>
                </a:r>
                <a:r>
                  <a:rPr lang="en-IN" sz="24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was selected and the mean was found to be 159.</a:t>
                </a:r>
                <a:endParaRPr lang="en-IN" sz="2400" b="1" dirty="0">
                  <a:solidFill>
                    <a:schemeClr val="dk1"/>
                  </a:solidFill>
                  <a:effectLst/>
                  <a:latin typeface="Calibri"/>
                  <a:ea typeface="Times New Roman" panose="02020603050405020304" pitchFamily="18" charset="0"/>
                  <a:cs typeface="Calibri"/>
                  <a:sym typeface="Calibri"/>
                </a:endParaRPr>
              </a:p>
              <a:p>
                <a:pPr marL="450215" algn="just">
                  <a:lnSpc>
                    <a:spcPct val="150000"/>
                  </a:lnSpc>
                </a:pPr>
                <a:r>
                  <a:rPr lang="en-IN" sz="2400" b="1" dirty="0">
                    <a:solidFill>
                      <a:schemeClr val="dk1"/>
                    </a:solidFill>
                    <a:effectLst/>
                    <a:latin typeface="Calibri"/>
                    <a:ea typeface="Times New Roman" panose="02020603050405020304" pitchFamily="18" charset="0"/>
                    <a:cs typeface="Calibri"/>
                    <a:sym typeface="Calibri"/>
                  </a:rPr>
                  <a:t>Null Hypothesis: </a:t>
                </a:r>
                <a:r>
                  <a:rPr lang="en-IN" sz="2400" dirty="0">
                    <a:solidFill>
                      <a:schemeClr val="dk1"/>
                    </a:solidFill>
                    <a:effectLst/>
                    <a:latin typeface="Calibri"/>
                    <a:ea typeface="Times New Roman" panose="02020603050405020304" pitchFamily="18" charset="0"/>
                    <a:cs typeface="Calibri"/>
                    <a:sym typeface="Calibri"/>
                  </a:rPr>
                  <a:t>There is no significan</a:t>
                </a:r>
                <a:r>
                  <a:rPr lang="en-IN" sz="2400" dirty="0">
                    <a:solidFill>
                      <a:schemeClr val="dk1"/>
                    </a:solidFill>
                    <a:latin typeface="Calibri"/>
                    <a:ea typeface="Times New Roman" panose="02020603050405020304" pitchFamily="18" charset="0"/>
                    <a:cs typeface="Calibri"/>
                    <a:sym typeface="Calibri"/>
                  </a:rPr>
                  <a:t>t difference between the sample mean and population mean</a:t>
                </a:r>
              </a:p>
              <a:p>
                <a:pPr marL="450215" algn="just">
                  <a:lnSpc>
                    <a:spcPct val="150000"/>
                  </a:lnSpc>
                </a:pPr>
                <a:r>
                  <a:rPr lang="en-IN" sz="2400" b="1" dirty="0">
                    <a:solidFill>
                      <a:schemeClr val="dk1"/>
                    </a:solidFill>
                    <a:effectLst/>
                    <a:latin typeface="Calibri"/>
                    <a:ea typeface="Times New Roman" panose="02020603050405020304" pitchFamily="18" charset="0"/>
                    <a:cs typeface="Calibri"/>
                    <a:sym typeface="Calibri"/>
                  </a:rPr>
                  <a:t>Alternate hypothesis</a:t>
                </a:r>
                <a:r>
                  <a:rPr lang="en-IN" sz="2400" dirty="0">
                    <a:solidFill>
                      <a:schemeClr val="dk1"/>
                    </a:solidFill>
                    <a:effectLst/>
                    <a:latin typeface="Calibri"/>
                    <a:ea typeface="Times New Roman" panose="02020603050405020304" pitchFamily="18" charset="0"/>
                    <a:cs typeface="Calibri"/>
                    <a:sym typeface="Calibri"/>
                  </a:rPr>
                  <a:t>: </a:t>
                </a:r>
                <a:r>
                  <a:rPr lang="en-IN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IN" sz="2400" dirty="0">
                    <a:solidFill>
                      <a:schemeClr val="dk1"/>
                    </a:solidFill>
                    <a:effectLst/>
                    <a:latin typeface="Calibri"/>
                    <a:ea typeface="Times New Roman" panose="02020603050405020304" pitchFamily="18" charset="0"/>
                    <a:cs typeface="Calibri"/>
                    <a:sym typeface="Calibri"/>
                  </a:rPr>
                  <a:t>There is significan</a:t>
                </a:r>
                <a:r>
                  <a:rPr lang="en-IN" sz="2400" dirty="0">
                    <a:solidFill>
                      <a:schemeClr val="dk1"/>
                    </a:solidFill>
                    <a:latin typeface="Calibri"/>
                    <a:ea typeface="Times New Roman" panose="02020603050405020304" pitchFamily="18" charset="0"/>
                    <a:cs typeface="Calibri"/>
                    <a:sym typeface="Calibri"/>
                  </a:rPr>
                  <a:t>t difference between the sample mean and population mean</a:t>
                </a:r>
                <a:endParaRPr lang="en-IN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450215" algn="just">
                  <a:lnSpc>
                    <a:spcPct val="150000"/>
                  </a:lnSpc>
                </a:pPr>
                <a:r>
                  <a:rPr lang="en-IN" sz="2400" b="1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Level of Significance: </a:t>
                </a:r>
                <a14:m>
                  <m:oMath xmlns:m="http://schemas.openxmlformats.org/officeDocument/2006/math">
                    <m:r>
                      <a:rPr lang="en-I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=0.05</m:t>
                    </m:r>
                  </m:oMath>
                </a14:m>
                <a:endParaRPr lang="en-IN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450215" algn="just">
                  <a:lnSpc>
                    <a:spcPct val="150000"/>
                  </a:lnSpc>
                </a:pPr>
                <a:endParaRPr lang="en-IN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Google Shape;74;p43">
                <a:extLst>
                  <a:ext uri="{FF2B5EF4-FFF2-40B4-BE49-F238E27FC236}">
                    <a16:creationId xmlns:a16="http://schemas.microsoft.com/office/drawing/2014/main" id="{B3343FD2-009B-CBE5-CB59-DC2CF497D9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300" y="1764268"/>
                <a:ext cx="10947400" cy="4724400"/>
              </a:xfrm>
              <a:prstGeom prst="rect">
                <a:avLst/>
              </a:prstGeom>
              <a:blipFill>
                <a:blip r:embed="rId2"/>
                <a:stretch>
                  <a:fillRect r="-150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75;p43">
            <a:extLst>
              <a:ext uri="{FF2B5EF4-FFF2-40B4-BE49-F238E27FC236}">
                <a16:creationId xmlns:a16="http://schemas.microsoft.com/office/drawing/2014/main" id="{66CD9648-78AE-D826-BD3C-927A55E9A46C}"/>
              </a:ext>
            </a:extLst>
          </p:cNvPr>
          <p:cNvSpPr txBox="1"/>
          <p:nvPr/>
        </p:nvSpPr>
        <p:spPr>
          <a:xfrm>
            <a:off x="622300" y="1314451"/>
            <a:ext cx="11299902" cy="449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25" tIns="16925" rIns="16925" bIns="16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2400" dirty="0"/>
              <a:t>Testing of Mean – One sample – Large Sample(&gt;=30) and Population SD is known</a:t>
            </a:r>
            <a:endParaRPr sz="2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3684A1C9-C7F7-9917-04A8-7F1E45CCA747}"/>
                  </a:ext>
                </a:extLst>
              </p14:cNvPr>
              <p14:cNvContentPartPr/>
              <p14:nvPr/>
            </p14:nvContentPartPr>
            <p14:xfrm>
              <a:off x="88068" y="4738661"/>
              <a:ext cx="360" cy="3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3684A1C9-C7F7-9917-04A8-7F1E45CCA747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81948" y="4732541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16856226-B134-BA47-F7B7-74580A419C66}"/>
                  </a:ext>
                </a:extLst>
              </p14:cNvPr>
              <p14:cNvContentPartPr/>
              <p14:nvPr/>
            </p14:nvContentPartPr>
            <p14:xfrm>
              <a:off x="4207908" y="6124661"/>
              <a:ext cx="1150200" cy="1080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16856226-B134-BA47-F7B7-74580A419C66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4201788" y="6118541"/>
                <a:ext cx="1162440" cy="2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267EBF19-69BC-351E-93D2-2406F0FA314F}"/>
                  </a:ext>
                </a:extLst>
              </p14:cNvPr>
              <p14:cNvContentPartPr/>
              <p14:nvPr/>
            </p14:nvContentPartPr>
            <p14:xfrm>
              <a:off x="78348" y="4424381"/>
              <a:ext cx="360" cy="3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267EBF19-69BC-351E-93D2-2406F0FA314F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72228" y="4418261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312880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A8A89-E6A0-B3C7-7538-6580A82E3287}"/>
              </a:ext>
            </a:extLst>
          </p:cNvPr>
          <p:cNvSpPr txBox="1">
            <a:spLocks/>
          </p:cNvSpPr>
          <p:nvPr/>
        </p:nvSpPr>
        <p:spPr>
          <a:xfrm>
            <a:off x="438705" y="217297"/>
            <a:ext cx="10515600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Calculation and Result</a:t>
            </a:r>
            <a:endParaRPr lang="en-US" sz="2800" b="1" dirty="0">
              <a:solidFill>
                <a:srgbClr val="D9212B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Google Shape;74;p43">
                <a:extLst>
                  <a:ext uri="{FF2B5EF4-FFF2-40B4-BE49-F238E27FC236}">
                    <a16:creationId xmlns:a16="http://schemas.microsoft.com/office/drawing/2014/main" id="{CC91498F-3E82-1099-3355-9118E662A72E}"/>
                  </a:ext>
                </a:extLst>
              </p:cNvPr>
              <p:cNvSpPr txBox="1"/>
              <p:nvPr/>
            </p:nvSpPr>
            <p:spPr>
              <a:xfrm>
                <a:off x="535214" y="1213932"/>
                <a:ext cx="10947400" cy="495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6925" tIns="16925" rIns="16925" bIns="16925" anchor="t" anchorCtr="0">
                <a:noAutofit/>
              </a:bodyPr>
              <a:lstStyle/>
              <a:p>
                <a:pPr marL="450215" algn="just">
                  <a:lnSpc>
                    <a:spcPct val="150000"/>
                  </a:lnSpc>
                </a:pPr>
                <a:r>
                  <a:rPr lang="en-IN" sz="2000" b="1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Test Statistics: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𝑍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 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</m:oMath>
                </a14:m>
                <a:r>
                  <a:rPr lang="en-IN" sz="2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~ N(0,1)</a:t>
                </a:r>
              </a:p>
              <a:p>
                <a:pPr marL="450215" algn="just">
                  <a:lnSpc>
                    <a:spcPct val="150000"/>
                  </a:lnSpc>
                </a:pPr>
                <a:r>
                  <a:rPr lang="en-IN" sz="2000" b="1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Calculated Value: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𝑍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 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159−158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2/</m:t>
                        </m:r>
                        <m:rad>
                          <m:radPr>
                            <m:degHide m:val="on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100</m:t>
                            </m:r>
                          </m:e>
                        </m:rad>
                      </m:den>
                    </m:f>
                  </m:oMath>
                </a14:m>
                <a:r>
                  <a:rPr lang="en-IN" sz="2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= 5 = calculated value</a:t>
                </a:r>
              </a:p>
              <a:p>
                <a:pPr marL="450215" algn="just">
                  <a:lnSpc>
                    <a:spcPct val="150000"/>
                  </a:lnSpc>
                </a:pPr>
                <a:r>
                  <a:rPr lang="en-IN" sz="2000" b="1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Table value: </a:t>
                </a:r>
                <a:r>
                  <a:rPr lang="en-IN" sz="20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Z value @ 5% level of significance and two tail test is 1.96 = critical value</a:t>
                </a:r>
              </a:p>
              <a:p>
                <a:pPr marL="450215" algn="just">
                  <a:lnSpc>
                    <a:spcPct val="150000"/>
                  </a:lnSpc>
                </a:pPr>
                <a:r>
                  <a:rPr lang="en-IN" sz="2000" b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Inference: </a:t>
                </a:r>
                <a:r>
                  <a:rPr lang="en-IN" sz="2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As the </a:t>
                </a:r>
                <a:r>
                  <a:rPr lang="en-IN" sz="3200" dirty="0">
                    <a:effectLst/>
                    <a:highlight>
                      <a:srgbClr val="FFFF00"/>
                    </a:highlight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calculated value is greater than the table value, Reject Ho</a:t>
                </a:r>
                <a:r>
                  <a:rPr lang="en-IN" sz="2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 Hence ther</a:t>
                </a:r>
                <a:r>
                  <a:rPr lang="en-IN" sz="20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e is significant difference between the sample mean and population mean.</a:t>
                </a:r>
              </a:p>
              <a:p>
                <a:pPr marL="450215" algn="just">
                  <a:lnSpc>
                    <a:spcPct val="150000"/>
                  </a:lnSpc>
                </a:pPr>
                <a:r>
                  <a:rPr lang="en-IN" sz="2000" b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One step ahead: </a:t>
                </a:r>
                <a:r>
                  <a:rPr lang="en-IN" sz="2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Sinc</a:t>
                </a:r>
                <a:r>
                  <a:rPr lang="en-IN" sz="20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e the sample mean is greater then the population mean , </a:t>
                </a:r>
              </a:p>
              <a:p>
                <a:pPr marL="450215" algn="just">
                  <a:lnSpc>
                    <a:spcPct val="150000"/>
                  </a:lnSpc>
                </a:pPr>
                <a:endParaRPr lang="en-IN" sz="20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450215" algn="just">
                  <a:lnSpc>
                    <a:spcPct val="150000"/>
                  </a:lnSpc>
                </a:pPr>
                <a:r>
                  <a:rPr lang="en-IN" sz="20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The average height of the population has increased by 1cm. (Inference restricted to this sample study)</a:t>
                </a:r>
                <a:endParaRPr lang="en-IN" sz="20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Google Shape;74;p43">
                <a:extLst>
                  <a:ext uri="{FF2B5EF4-FFF2-40B4-BE49-F238E27FC236}">
                    <a16:creationId xmlns:a16="http://schemas.microsoft.com/office/drawing/2014/main" id="{CC91498F-3E82-1099-3355-9118E662A7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214" y="1213932"/>
                <a:ext cx="10947400" cy="4953000"/>
              </a:xfrm>
              <a:prstGeom prst="rect">
                <a:avLst/>
              </a:prstGeom>
              <a:blipFill>
                <a:blip r:embed="rId2"/>
                <a:stretch>
                  <a:fillRect r="-295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09094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55458-D1FC-5568-B399-692100B4A754}"/>
              </a:ext>
            </a:extLst>
          </p:cNvPr>
          <p:cNvSpPr txBox="1">
            <a:spLocks/>
          </p:cNvSpPr>
          <p:nvPr/>
        </p:nvSpPr>
        <p:spPr>
          <a:xfrm>
            <a:off x="438705" y="217297"/>
            <a:ext cx="10515600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Testing of Mean – One sample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3" name="Google Shape;255;p15">
            <a:extLst>
              <a:ext uri="{FF2B5EF4-FFF2-40B4-BE49-F238E27FC236}">
                <a16:creationId xmlns:a16="http://schemas.microsoft.com/office/drawing/2014/main" id="{225F91E1-4DFC-EAEA-9A2A-64002E69E8AB}"/>
              </a:ext>
            </a:extLst>
          </p:cNvPr>
          <p:cNvSpPr txBox="1"/>
          <p:nvPr/>
        </p:nvSpPr>
        <p:spPr>
          <a:xfrm>
            <a:off x="622300" y="1314451"/>
            <a:ext cx="11299902" cy="449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25" tIns="16925" rIns="16925" bIns="16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Testing of Mean – One sample – </a:t>
            </a:r>
            <a:r>
              <a:rPr lang="en-IN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Small Sample(&lt;30) </a:t>
            </a:r>
            <a:r>
              <a:rPr lang="en-IN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Population SD is known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DE5930-B6DE-810E-E71D-85CDD03D56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705" y="1835728"/>
            <a:ext cx="10806926" cy="3707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6170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64;p16">
            <a:extLst>
              <a:ext uri="{FF2B5EF4-FFF2-40B4-BE49-F238E27FC236}">
                <a16:creationId xmlns:a16="http://schemas.microsoft.com/office/drawing/2014/main" id="{6812D3B7-3859-23D3-A3D3-9412AC0864D0}"/>
              </a:ext>
            </a:extLst>
          </p:cNvPr>
          <p:cNvSpPr txBox="1"/>
          <p:nvPr/>
        </p:nvSpPr>
        <p:spPr>
          <a:xfrm>
            <a:off x="222805" y="1240971"/>
            <a:ext cx="11479338" cy="5279571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r="-115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latin typeface="Calibri"/>
                <a:ea typeface="Calibri"/>
                <a:cs typeface="Calibri"/>
                <a:sym typeface="Calibri"/>
              </a:rPr>
              <a:t> </a:t>
            </a:r>
            <a:endParaRPr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8FC93217-E56F-C86E-0AE4-E426DDF71D53}"/>
                  </a:ext>
                </a:extLst>
              </p14:cNvPr>
              <p14:cNvContentPartPr/>
              <p14:nvPr/>
            </p14:nvContentPartPr>
            <p14:xfrm>
              <a:off x="265188" y="4385388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8FC93217-E56F-C86E-0AE4-E426DDF71D5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59068" y="4379268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395195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6BD69-C9FB-6A65-9AF5-5424BCFA4DAC}"/>
              </a:ext>
            </a:extLst>
          </p:cNvPr>
          <p:cNvSpPr txBox="1">
            <a:spLocks/>
          </p:cNvSpPr>
          <p:nvPr/>
        </p:nvSpPr>
        <p:spPr>
          <a:xfrm>
            <a:off x="438705" y="217297"/>
            <a:ext cx="10515600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MCQ</a:t>
            </a:r>
            <a:endParaRPr lang="en-US" sz="2800" b="1" dirty="0">
              <a:solidFill>
                <a:srgbClr val="D9212B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5ED1D6-7BB9-197E-FB74-1095C8CEDA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583" y="1093196"/>
            <a:ext cx="9501192" cy="4671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9176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834E7-60B5-A196-B457-1C0439EDFA5E}"/>
              </a:ext>
            </a:extLst>
          </p:cNvPr>
          <p:cNvSpPr txBox="1">
            <a:spLocks/>
          </p:cNvSpPr>
          <p:nvPr/>
        </p:nvSpPr>
        <p:spPr>
          <a:xfrm>
            <a:off x="438705" y="217297"/>
            <a:ext cx="10515600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MCQ</a:t>
            </a:r>
            <a:endParaRPr lang="en-US" sz="2800" b="1" dirty="0">
              <a:solidFill>
                <a:srgbClr val="D9212B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788320-E71E-848E-A57C-665F91DDBB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186" y="1348192"/>
            <a:ext cx="9501192" cy="4671607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1B7728D0-7668-9B49-CCE5-2DD34BDDDB3E}"/>
              </a:ext>
            </a:extLst>
          </p:cNvPr>
          <p:cNvSpPr txBox="1">
            <a:spLocks/>
          </p:cNvSpPr>
          <p:nvPr/>
        </p:nvSpPr>
        <p:spPr>
          <a:xfrm>
            <a:off x="438705" y="217297"/>
            <a:ext cx="10515600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MCQ</a:t>
            </a:r>
            <a:endParaRPr lang="en-US" sz="2800" b="1" dirty="0">
              <a:solidFill>
                <a:srgbClr val="D9212B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2ADA19-4A50-373A-BDB6-3B01503C20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186" y="1348192"/>
            <a:ext cx="9501192" cy="46716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DB7B63A-0747-2AA1-57EC-8DB2857B5B3B}"/>
              </a:ext>
            </a:extLst>
          </p:cNvPr>
          <p:cNvSpPr txBox="1"/>
          <p:nvPr/>
        </p:nvSpPr>
        <p:spPr>
          <a:xfrm>
            <a:off x="4005943" y="2637396"/>
            <a:ext cx="744582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dirty="0">
                <a:solidFill>
                  <a:srgbClr val="242424"/>
                </a:solidFill>
                <a:effectLst/>
                <a:latin typeface="source-serif-pro"/>
              </a:rPr>
              <a:t>Answer:</a:t>
            </a:r>
            <a:r>
              <a:rPr lang="en-US" sz="2400" b="0" i="0" dirty="0">
                <a:solidFill>
                  <a:srgbClr val="242424"/>
                </a:solidFill>
                <a:effectLst/>
                <a:latin typeface="source-serif-pro"/>
              </a:rPr>
              <a:t> D</a:t>
            </a:r>
            <a:r>
              <a:rPr lang="en-US" sz="2400" b="1" i="0" dirty="0">
                <a:solidFill>
                  <a:srgbClr val="242424"/>
                </a:solidFill>
                <a:effectLst/>
                <a:latin typeface="source-serif-pro"/>
              </a:rPr>
              <a:t>) Z-test</a:t>
            </a:r>
          </a:p>
          <a:p>
            <a:pPr algn="l"/>
            <a:endParaRPr lang="en-US" sz="2400" b="0" i="0" dirty="0">
              <a:solidFill>
                <a:srgbClr val="242424"/>
              </a:solidFill>
              <a:effectLst/>
              <a:latin typeface="source-serif-pro"/>
            </a:endParaRPr>
          </a:p>
          <a:p>
            <a:pPr algn="l"/>
            <a:r>
              <a:rPr lang="en-US" sz="2400" b="1" i="0" dirty="0">
                <a:solidFill>
                  <a:srgbClr val="242424"/>
                </a:solidFill>
                <a:effectLst/>
                <a:latin typeface="source-serif-pro"/>
              </a:rPr>
              <a:t>Explanation:</a:t>
            </a:r>
            <a:r>
              <a:rPr lang="en-US" sz="2400" b="0" i="0" dirty="0">
                <a:solidFill>
                  <a:srgbClr val="242424"/>
                </a:solidFill>
                <a:effectLst/>
                <a:latin typeface="source-serif-pro"/>
              </a:rPr>
              <a:t> Even though the sample size is small, if the population standard deviation (SD) is known and the data is approximately normally distributed, a </a:t>
            </a:r>
            <a:r>
              <a:rPr lang="en-US" sz="2400" b="1" i="0" dirty="0">
                <a:solidFill>
                  <a:srgbClr val="242424"/>
                </a:solidFill>
                <a:effectLst/>
                <a:latin typeface="source-serif-pro"/>
              </a:rPr>
              <a:t>Z-test</a:t>
            </a:r>
            <a:r>
              <a:rPr lang="en-US" sz="2400" b="0" i="0" dirty="0">
                <a:solidFill>
                  <a:srgbClr val="242424"/>
                </a:solidFill>
                <a:effectLst/>
                <a:latin typeface="source-serif-pro"/>
              </a:rPr>
              <a:t> can still be used. However, if the sample size is small and the population SD is unknown, a T-test would be more appropriate.</a:t>
            </a:r>
          </a:p>
        </p:txBody>
      </p:sp>
    </p:spTree>
    <p:extLst>
      <p:ext uri="{BB962C8B-B14F-4D97-AF65-F5344CB8AC3E}">
        <p14:creationId xmlns:p14="http://schemas.microsoft.com/office/powerpoint/2010/main" val="11375671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8A503-96BE-EE48-B2FE-D607CA6DFF72}"/>
              </a:ext>
            </a:extLst>
          </p:cNvPr>
          <p:cNvSpPr txBox="1">
            <a:spLocks/>
          </p:cNvSpPr>
          <p:nvPr/>
        </p:nvSpPr>
        <p:spPr>
          <a:xfrm>
            <a:off x="438705" y="217297"/>
            <a:ext cx="10515600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Testing of Mean – One sample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3" name="Google Shape;272;p17">
            <a:extLst>
              <a:ext uri="{FF2B5EF4-FFF2-40B4-BE49-F238E27FC236}">
                <a16:creationId xmlns:a16="http://schemas.microsoft.com/office/drawing/2014/main" id="{51F9FA61-C20E-4B2C-0837-2FB041CB227A}"/>
              </a:ext>
            </a:extLst>
          </p:cNvPr>
          <p:cNvSpPr txBox="1"/>
          <p:nvPr/>
        </p:nvSpPr>
        <p:spPr>
          <a:xfrm>
            <a:off x="431800" y="1314451"/>
            <a:ext cx="11490402" cy="449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25" tIns="16925" rIns="16925" bIns="16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Testing of Mean – One sample – </a:t>
            </a:r>
            <a:r>
              <a:rPr lang="en-IN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Small Sample(&lt;30) and Population SD is unknown</a:t>
            </a: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AC2350-D2C2-6E1F-0F81-A9A34F28C7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650" y="2043094"/>
            <a:ext cx="11488699" cy="374466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7EF1AA0-BAA0-BA8C-EE73-2A0FCF7B2E91}"/>
                  </a:ext>
                </a:extLst>
              </p14:cNvPr>
              <p14:cNvContentPartPr/>
              <p14:nvPr/>
            </p14:nvContentPartPr>
            <p14:xfrm>
              <a:off x="1631748" y="4886508"/>
              <a:ext cx="5106600" cy="7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7EF1AA0-BAA0-BA8C-EE73-2A0FCF7B2E9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625628" y="4873548"/>
                <a:ext cx="511884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1A17B783-BC3A-EA97-237E-FFD7FFD37199}"/>
                  </a:ext>
                </a:extLst>
              </p14:cNvPr>
              <p14:cNvContentPartPr/>
              <p14:nvPr/>
            </p14:nvContentPartPr>
            <p14:xfrm>
              <a:off x="3067788" y="4778148"/>
              <a:ext cx="467280" cy="241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1A17B783-BC3A-EA97-237E-FFD7FFD3719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061668" y="4772028"/>
                <a:ext cx="479520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7B2A9EB-DB86-4CF1-BFC3-18690AE13F70}"/>
                  </a:ext>
                </a:extLst>
              </p14:cNvPr>
              <p14:cNvContentPartPr/>
              <p14:nvPr/>
            </p14:nvContentPartPr>
            <p14:xfrm>
              <a:off x="6361428" y="2556588"/>
              <a:ext cx="10440" cy="2282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7B2A9EB-DB86-4CF1-BFC3-18690AE13F7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55308" y="2550468"/>
                <a:ext cx="22680" cy="24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11D1826C-B490-2835-D2ED-0D3296037BD5}"/>
                  </a:ext>
                </a:extLst>
              </p14:cNvPr>
              <p14:cNvContentPartPr/>
              <p14:nvPr/>
            </p14:nvContentPartPr>
            <p14:xfrm>
              <a:off x="12555948" y="4355508"/>
              <a:ext cx="360" cy="36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11D1826C-B490-2835-D2ED-0D3296037BD5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12549828" y="4349388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800418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21133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40DA2A3-701E-A746-45CB-E0C57BBB7A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3430656"/>
              </p:ext>
            </p:extLst>
          </p:nvPr>
        </p:nvGraphicFramePr>
        <p:xfrm>
          <a:off x="2032000" y="719666"/>
          <a:ext cx="8128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69595039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81767335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08048710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9299254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X-X-BAR (X – 50)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X-XBAR)2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82489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80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=80-50 = 30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1000/3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9807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333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74089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SQRT(333) = 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606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90079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42049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6633E-680D-BAAE-B049-04F5E2BEA0AF}"/>
              </a:ext>
            </a:extLst>
          </p:cNvPr>
          <p:cNvSpPr txBox="1">
            <a:spLocks/>
          </p:cNvSpPr>
          <p:nvPr/>
        </p:nvSpPr>
        <p:spPr>
          <a:xfrm>
            <a:off x="438705" y="217297"/>
            <a:ext cx="10515600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T-table</a:t>
            </a:r>
            <a:endParaRPr lang="en-US" sz="2800" b="1" dirty="0">
              <a:solidFill>
                <a:srgbClr val="D9212B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1FD477-26AD-33FC-5F68-68B9BB4EA2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621" y="905995"/>
            <a:ext cx="9683684" cy="589321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CD4034F-DFBF-227F-471C-61BD5772475A}"/>
                  </a:ext>
                </a:extLst>
              </p14:cNvPr>
              <p14:cNvContentPartPr/>
              <p14:nvPr/>
            </p14:nvContentPartPr>
            <p14:xfrm>
              <a:off x="12624708" y="3244548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CD4034F-DFBF-227F-471C-61BD5772475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618588" y="323842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D9ED109C-5951-DB05-30AB-15F79DB68D7A}"/>
                  </a:ext>
                </a:extLst>
              </p14:cNvPr>
              <p14:cNvContentPartPr/>
              <p14:nvPr/>
            </p14:nvContentPartPr>
            <p14:xfrm>
              <a:off x="5466468" y="1091388"/>
              <a:ext cx="360" cy="3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D9ED109C-5951-DB05-30AB-15F79DB68D7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60348" y="10852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A97BD34B-B05E-BA2D-7266-95B6034DB84D}"/>
                  </a:ext>
                </a:extLst>
              </p14:cNvPr>
              <p14:cNvContentPartPr/>
              <p14:nvPr/>
            </p14:nvContentPartPr>
            <p14:xfrm>
              <a:off x="11424828" y="2959068"/>
              <a:ext cx="360" cy="36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A97BD34B-B05E-BA2D-7266-95B6034DB84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418708" y="2952948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604169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B7DBB-D5D0-DEFA-4535-944C47994BC3}"/>
              </a:ext>
            </a:extLst>
          </p:cNvPr>
          <p:cNvSpPr txBox="1">
            <a:spLocks/>
          </p:cNvSpPr>
          <p:nvPr/>
        </p:nvSpPr>
        <p:spPr>
          <a:xfrm>
            <a:off x="438705" y="217297"/>
            <a:ext cx="10515600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Degrees of freedom Example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7F5B73-49F6-D989-35CD-69F8B3E5EA89}"/>
              </a:ext>
            </a:extLst>
          </p:cNvPr>
          <p:cNvSpPr txBox="1"/>
          <p:nvPr/>
        </p:nvSpPr>
        <p:spPr>
          <a:xfrm>
            <a:off x="591105" y="905995"/>
            <a:ext cx="1071915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Degrees of Freedom (</a:t>
            </a:r>
            <a:r>
              <a:rPr lang="en-US" sz="2400" b="1" dirty="0" err="1"/>
              <a:t>DoF</a:t>
            </a:r>
            <a:r>
              <a:rPr lang="en-US" sz="2400" b="1" dirty="0"/>
              <a:t>)</a:t>
            </a:r>
            <a:r>
              <a:rPr lang="en-US" sz="2400" dirty="0"/>
              <a:t> represent the number of independent values that can vary in a statistical calculation.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dirty="0"/>
              <a:t>Suppose you have the following 5 exam scores ( 0 to 100):</a:t>
            </a:r>
            <a:br>
              <a:rPr lang="en-US" sz="2400" dirty="0"/>
            </a:br>
            <a:r>
              <a:rPr lang="en-US" sz="2400" dirty="0"/>
              <a:t>x1, x2, x3, x4, and x5 100, 100, 100, 100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b="1" dirty="0"/>
              <a:t>You are given that the mean of the scores is 80.</a:t>
            </a:r>
          </a:p>
          <a:p>
            <a:pPr>
              <a:buNone/>
            </a:pPr>
            <a:endParaRPr lang="en-US" sz="2400" b="1"/>
          </a:p>
          <a:p>
            <a:pPr>
              <a:buNone/>
            </a:pPr>
            <a:r>
              <a:rPr lang="en-US" sz="2400" b="1"/>
              <a:t>Now </a:t>
            </a:r>
            <a:r>
              <a:rPr lang="en-US" sz="2400" b="1" dirty="0"/>
              <a:t>suppose the first four scores are allowed to vary freely.</a:t>
            </a:r>
            <a:endParaRPr lang="en-US" sz="2400" dirty="0"/>
          </a:p>
          <a:p>
            <a:br>
              <a:rPr lang="en-US" sz="2400" dirty="0"/>
            </a:br>
            <a:r>
              <a:rPr lang="en-US" sz="2400" dirty="0"/>
              <a:t>BUT — once 4 of the scores are finalized, the </a:t>
            </a:r>
            <a:r>
              <a:rPr lang="en-US" sz="2400" b="1" dirty="0"/>
              <a:t>fifth value is fixed</a:t>
            </a:r>
            <a:r>
              <a:rPr lang="en-US" sz="2400" dirty="0"/>
              <a:t> to maintain the same mean </a:t>
            </a:r>
            <a:r>
              <a:rPr lang="en-US" sz="2400" b="1" dirty="0"/>
              <a:t>(80).</a:t>
            </a:r>
          </a:p>
          <a:p>
            <a:endParaRPr lang="en-US" sz="2400" b="1" dirty="0"/>
          </a:p>
          <a:p>
            <a:r>
              <a:rPr lang="en-US" sz="2400" dirty="0"/>
              <a:t>Thus, Degrees of Freedom = n - 1 = 5 - 1 = 4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7047601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6D0F5-AD8F-4289-1814-6E8967BE2537}"/>
              </a:ext>
            </a:extLst>
          </p:cNvPr>
          <p:cNvSpPr txBox="1">
            <a:spLocks/>
          </p:cNvSpPr>
          <p:nvPr/>
        </p:nvSpPr>
        <p:spPr>
          <a:xfrm>
            <a:off x="438705" y="217297"/>
            <a:ext cx="10515600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Testing of Mean – Two Independent sample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3" name="Google Shape;289;p19">
            <a:extLst>
              <a:ext uri="{FF2B5EF4-FFF2-40B4-BE49-F238E27FC236}">
                <a16:creationId xmlns:a16="http://schemas.microsoft.com/office/drawing/2014/main" id="{28ADF609-5856-58E6-8960-4BBF500E95C5}"/>
              </a:ext>
            </a:extLst>
          </p:cNvPr>
          <p:cNvSpPr txBox="1"/>
          <p:nvPr/>
        </p:nvSpPr>
        <p:spPr>
          <a:xfrm>
            <a:off x="622300" y="1314451"/>
            <a:ext cx="11299902" cy="1711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25" tIns="16925" rIns="16925" bIns="16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Testing of Mean – Two independent  sample – Large Sample(&gt;=30) and Population 			SD is known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n-IN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Test-statistic: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37D4DC-BC0E-9DC1-59CD-1BEB94D806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2936" y="2274269"/>
            <a:ext cx="7938978" cy="3690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6538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22F2-5EB2-916B-5B38-C6256E914C9E}"/>
              </a:ext>
            </a:extLst>
          </p:cNvPr>
          <p:cNvSpPr txBox="1">
            <a:spLocks/>
          </p:cNvSpPr>
          <p:nvPr/>
        </p:nvSpPr>
        <p:spPr>
          <a:xfrm>
            <a:off x="438705" y="217297"/>
            <a:ext cx="10515600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Two Independent Sample Z-Test 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0D639467-F041-075A-4F86-8DB0A7B338A3}"/>
              </a:ext>
            </a:extLst>
          </p:cNvPr>
          <p:cNvSpPr txBox="1">
            <a:spLocks/>
          </p:cNvSpPr>
          <p:nvPr/>
        </p:nvSpPr>
        <p:spPr>
          <a:xfrm>
            <a:off x="611414" y="1257973"/>
            <a:ext cx="10947400" cy="50817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0" indent="0">
              <a:buFont typeface="Arial" panose="020B0604020202020204" pitchFamily="34" charset="0"/>
              <a:buNone/>
            </a:pPr>
            <a:r>
              <a:rPr lang="en-US" sz="2400" b="1"/>
              <a:t>Problem Statement:</a:t>
            </a:r>
          </a:p>
          <a:p>
            <a:r>
              <a:rPr lang="en-US" sz="2400"/>
              <a:t>A </a:t>
            </a:r>
            <a:r>
              <a:rPr lang="en-US" sz="2400" b="1"/>
              <a:t>researcher</a:t>
            </a:r>
            <a:r>
              <a:rPr lang="en-US" sz="2400"/>
              <a:t> wants to compare the </a:t>
            </a:r>
            <a:r>
              <a:rPr lang="en-US" sz="2400" b="1"/>
              <a:t>average daily calorie intake</a:t>
            </a:r>
            <a:r>
              <a:rPr lang="en-US" sz="2400"/>
              <a:t> of </a:t>
            </a:r>
            <a:r>
              <a:rPr lang="en-US" sz="2400" b="1"/>
              <a:t>male and female adults</a:t>
            </a:r>
            <a:r>
              <a:rPr lang="en-US" sz="2400"/>
              <a:t> in a city. Two </a:t>
            </a:r>
            <a:r>
              <a:rPr lang="en-US" sz="2400" b="1"/>
              <a:t>independent random samples</a:t>
            </a:r>
            <a:r>
              <a:rPr lang="en-US" sz="2400"/>
              <a:t> are taken:</a:t>
            </a:r>
          </a:p>
          <a:p>
            <a:endParaRPr lang="en-US" sz="2400"/>
          </a:p>
          <a:p>
            <a:r>
              <a:rPr lang="en-US" sz="2400" b="1"/>
              <a:t>Sample 1 (Males):</a:t>
            </a:r>
            <a:r>
              <a:rPr lang="en-US" sz="2400"/>
              <a:t> n1=40, mean X1_bar =2500, population standard deviation </a:t>
            </a:r>
            <a:r>
              <a:rPr lang="el-GR" sz="2400"/>
              <a:t>σ1=300</a:t>
            </a:r>
          </a:p>
          <a:p>
            <a:r>
              <a:rPr lang="en-US" sz="2400" b="1"/>
              <a:t>Sample 2 (Females):</a:t>
            </a:r>
            <a:r>
              <a:rPr lang="en-US" sz="2400"/>
              <a:t> n2=35, mean X2_bar=2300, population standard deviation </a:t>
            </a:r>
            <a:r>
              <a:rPr lang="el-GR" sz="2400"/>
              <a:t>σ2=250</a:t>
            </a:r>
            <a:r>
              <a:rPr lang="en-US" sz="2400"/>
              <a:t> </a:t>
            </a:r>
          </a:p>
          <a:p>
            <a:endParaRPr lang="en-US" sz="2400"/>
          </a:p>
          <a:p>
            <a:r>
              <a:rPr lang="en-US" sz="2400"/>
              <a:t>At </a:t>
            </a:r>
            <a:r>
              <a:rPr lang="en-US" sz="2400" b="1"/>
              <a:t>5% level of significance</a:t>
            </a:r>
            <a:r>
              <a:rPr lang="en-US" sz="2400"/>
              <a:t>, test whether there is a </a:t>
            </a:r>
            <a:r>
              <a:rPr lang="en-US" sz="2400" b="1"/>
              <a:t>significant difference</a:t>
            </a:r>
            <a:r>
              <a:rPr lang="en-US" sz="2400"/>
              <a:t> in the mean calorie intake between males and females.</a:t>
            </a:r>
          </a:p>
          <a:p>
            <a:pPr marL="25400" indent="0">
              <a:buFont typeface="Arial" panose="020B0604020202020204" pitchFamily="34" charset="0"/>
              <a:buNone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4749827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67833-CB04-FF44-BD8C-52ADBA3ED5B5}"/>
              </a:ext>
            </a:extLst>
          </p:cNvPr>
          <p:cNvSpPr txBox="1">
            <a:spLocks/>
          </p:cNvSpPr>
          <p:nvPr/>
        </p:nvSpPr>
        <p:spPr>
          <a:xfrm>
            <a:off x="438705" y="217297"/>
            <a:ext cx="10515600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Step 1: define the hypothesis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EBE5342E-5099-28A7-D7CE-C803FC622330}"/>
              </a:ext>
            </a:extLst>
          </p:cNvPr>
          <p:cNvSpPr txBox="1">
            <a:spLocks/>
          </p:cNvSpPr>
          <p:nvPr/>
        </p:nvSpPr>
        <p:spPr>
          <a:xfrm>
            <a:off x="622300" y="1160003"/>
            <a:ext cx="11569700" cy="53433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We conduct a </a:t>
            </a:r>
            <a:r>
              <a:rPr lang="en-US" b="1"/>
              <a:t>two-sample Z-test</a:t>
            </a:r>
            <a:r>
              <a:rPr lang="en-US"/>
              <a:t> because: </a:t>
            </a:r>
          </a:p>
          <a:p>
            <a:pPr lvl="1"/>
            <a:r>
              <a:rPr lang="en-US" b="1"/>
              <a:t>Sample sizes are large</a:t>
            </a:r>
            <a:r>
              <a:rPr lang="en-US"/>
              <a:t> (n1,n2≥30)</a:t>
            </a:r>
          </a:p>
          <a:p>
            <a:pPr lvl="1"/>
            <a:r>
              <a:rPr lang="en-US" b="1"/>
              <a:t>Population standard deviations (</a:t>
            </a:r>
            <a:r>
              <a:rPr lang="el-GR" b="1"/>
              <a:t>σ1, σ2​) </a:t>
            </a:r>
            <a:r>
              <a:rPr lang="en-US" b="1"/>
              <a:t>are known</a:t>
            </a:r>
          </a:p>
          <a:p>
            <a:endParaRPr lang="en-US"/>
          </a:p>
          <a:p>
            <a:r>
              <a:rPr lang="en-US" b="1"/>
              <a:t>Null Hypothesis (H0​)</a:t>
            </a:r>
            <a:r>
              <a:rPr lang="en-US"/>
              <a:t>: There is </a:t>
            </a:r>
            <a:r>
              <a:rPr lang="en-US" b="1"/>
              <a:t>no significant difference</a:t>
            </a:r>
            <a:r>
              <a:rPr lang="en-US"/>
              <a:t> between the mean calorie intake of males and females. H0:</a:t>
            </a:r>
            <a:r>
              <a:rPr lang="el-GR"/>
              <a:t>μ1=μ2</a:t>
            </a:r>
            <a:endParaRPr lang="en-US"/>
          </a:p>
          <a:p>
            <a:endParaRPr lang="el-GR"/>
          </a:p>
          <a:p>
            <a:r>
              <a:rPr lang="en-US" b="1"/>
              <a:t>Alternative Hypothesis (H1H_1H1​)</a:t>
            </a:r>
            <a:r>
              <a:rPr lang="en-US"/>
              <a:t>: There </a:t>
            </a:r>
            <a:r>
              <a:rPr lang="en-US" b="1"/>
              <a:t>is a significant difference</a:t>
            </a:r>
            <a:r>
              <a:rPr lang="en-US"/>
              <a:t> between the mean calorie intake of males and females. H1:</a:t>
            </a:r>
            <a:r>
              <a:rPr lang="el-GR"/>
              <a:t>μ1≠μ2</a:t>
            </a:r>
            <a:endParaRPr lang="en-US"/>
          </a:p>
          <a:p>
            <a:endParaRPr lang="el-GR"/>
          </a:p>
          <a:p>
            <a:r>
              <a:rPr lang="en-US"/>
              <a:t>This is a </a:t>
            </a:r>
            <a:r>
              <a:rPr lang="en-US" b="1"/>
              <a:t>two-tailed test</a:t>
            </a:r>
            <a:r>
              <a:rPr lang="en-US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19157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93DE1-02A3-B037-D499-FB8BF203C36A}"/>
              </a:ext>
            </a:extLst>
          </p:cNvPr>
          <p:cNvSpPr txBox="1">
            <a:spLocks/>
          </p:cNvSpPr>
          <p:nvPr/>
        </p:nvSpPr>
        <p:spPr>
          <a:xfrm>
            <a:off x="438705" y="217297"/>
            <a:ext cx="10515600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Step 2: Compute the Test Statistic</a:t>
            </a:r>
            <a:endParaRPr lang="en-US" sz="2800" b="1" dirty="0">
              <a:solidFill>
                <a:srgbClr val="D9212B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C9BCA6-EDC7-A2F2-2032-7A0219C0D8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558" y="1178137"/>
            <a:ext cx="6935168" cy="174331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5760CDB-CC43-874C-55FB-67CD4D5E5D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8980" y="3102992"/>
            <a:ext cx="6601746" cy="16671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6F654E4-3022-CFB2-F713-12AC6C2E88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8980" y="4951637"/>
            <a:ext cx="6497849" cy="15242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3D84DB6-D8E8-BBE4-78ED-4240E2FBE5F5}"/>
              </a:ext>
            </a:extLst>
          </p:cNvPr>
          <p:cNvSpPr txBox="1"/>
          <p:nvPr/>
        </p:nvSpPr>
        <p:spPr>
          <a:xfrm>
            <a:off x="8686800" y="5852387"/>
            <a:ext cx="24465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Z comes out to be ?</a:t>
            </a:r>
          </a:p>
        </p:txBody>
      </p:sp>
    </p:spTree>
    <p:extLst>
      <p:ext uri="{BB962C8B-B14F-4D97-AF65-F5344CB8AC3E}">
        <p14:creationId xmlns:p14="http://schemas.microsoft.com/office/powerpoint/2010/main" val="5505708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EB80A-7F9C-2DD3-6289-F92C84C6F950}"/>
              </a:ext>
            </a:extLst>
          </p:cNvPr>
          <p:cNvSpPr txBox="1">
            <a:spLocks/>
          </p:cNvSpPr>
          <p:nvPr/>
        </p:nvSpPr>
        <p:spPr>
          <a:xfrm>
            <a:off x="438705" y="217297"/>
            <a:ext cx="10515600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Step 3: Find the Critical Z-Value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8E62C6-7EFD-198F-35DA-72970F1F418C}"/>
              </a:ext>
            </a:extLst>
          </p:cNvPr>
          <p:cNvSpPr txBox="1"/>
          <p:nvPr/>
        </p:nvSpPr>
        <p:spPr>
          <a:xfrm>
            <a:off x="438705" y="1470352"/>
            <a:ext cx="1142672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For a </a:t>
            </a:r>
            <a:r>
              <a:rPr lang="en-US" sz="2400" b="1" dirty="0"/>
              <a:t>two-tailed test</a:t>
            </a:r>
            <a:r>
              <a:rPr lang="en-US" sz="2400" dirty="0"/>
              <a:t> at </a:t>
            </a:r>
            <a:r>
              <a:rPr lang="en-US" sz="2400" b="1" dirty="0"/>
              <a:t>5% significance level (α=0.05)</a:t>
            </a:r>
            <a:r>
              <a:rPr lang="en-US" sz="2400" dirty="0"/>
              <a:t>, we look up the </a:t>
            </a:r>
            <a:r>
              <a:rPr lang="en-US" sz="2400" b="1" dirty="0"/>
              <a:t>Z-table</a:t>
            </a:r>
            <a:r>
              <a:rPr lang="en-US" sz="2400" dirty="0"/>
              <a:t>:</a:t>
            </a:r>
          </a:p>
          <a:p>
            <a:endParaRPr lang="en-US" sz="2400" dirty="0"/>
          </a:p>
          <a:p>
            <a:r>
              <a:rPr lang="en-US" sz="2400" dirty="0" err="1"/>
              <a:t>Zcritical</a:t>
            </a:r>
            <a:r>
              <a:rPr lang="en-US" sz="2400" dirty="0"/>
              <a:t> =±1.96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C73D659-47D3-0AB9-E65B-BE5F19E0C973}"/>
              </a:ext>
            </a:extLst>
          </p:cNvPr>
          <p:cNvSpPr txBox="1">
            <a:spLocks/>
          </p:cNvSpPr>
          <p:nvPr/>
        </p:nvSpPr>
        <p:spPr>
          <a:xfrm>
            <a:off x="438705" y="2893827"/>
            <a:ext cx="10515600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Step 4: Compare and Make Decision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F5360D23-08FF-61BB-D8B7-8F9283CFE2D4}"/>
              </a:ext>
            </a:extLst>
          </p:cNvPr>
          <p:cNvSpPr txBox="1">
            <a:spLocks/>
          </p:cNvSpPr>
          <p:nvPr/>
        </p:nvSpPr>
        <p:spPr>
          <a:xfrm>
            <a:off x="622300" y="3836533"/>
            <a:ext cx="10947400" cy="28041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/>
              <a:t>Calculated Z-value</a:t>
            </a:r>
            <a:r>
              <a:rPr lang="en-US"/>
              <a:t> = </a:t>
            </a:r>
            <a:r>
              <a:rPr lang="en-US" b="1"/>
              <a:t>3.15</a:t>
            </a:r>
            <a:endParaRPr lang="en-US"/>
          </a:p>
          <a:p>
            <a:r>
              <a:rPr lang="en-US" b="1"/>
              <a:t>Critical Z-value</a:t>
            </a:r>
            <a:r>
              <a:rPr lang="en-US"/>
              <a:t> = </a:t>
            </a:r>
            <a:r>
              <a:rPr lang="en-US" b="1"/>
              <a:t>±1.96</a:t>
            </a:r>
            <a:endParaRPr lang="en-US"/>
          </a:p>
          <a:p>
            <a:r>
              <a:rPr lang="en-US"/>
              <a:t>Since Z-calculated &gt; Z critical, </a:t>
            </a:r>
            <a:r>
              <a:rPr lang="en-US" b="1"/>
              <a:t>we reject the null hypothesis H0​</a:t>
            </a:r>
            <a:r>
              <a:rPr lang="en-US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48211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C6DFD-A821-8A0E-D93D-FD6FC9CF02FB}"/>
              </a:ext>
            </a:extLst>
          </p:cNvPr>
          <p:cNvSpPr txBox="1">
            <a:spLocks/>
          </p:cNvSpPr>
          <p:nvPr/>
        </p:nvSpPr>
        <p:spPr>
          <a:xfrm>
            <a:off x="438705" y="217297"/>
            <a:ext cx="10515600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Step 5: Final Inference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094BA9FC-1F78-6351-5EEC-166052CD1C6A}"/>
              </a:ext>
            </a:extLst>
          </p:cNvPr>
          <p:cNvSpPr txBox="1">
            <a:spLocks/>
          </p:cNvSpPr>
          <p:nvPr/>
        </p:nvSpPr>
        <p:spPr>
          <a:xfrm>
            <a:off x="622300" y="1160003"/>
            <a:ext cx="10947400" cy="32966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There is </a:t>
            </a:r>
            <a:r>
              <a:rPr lang="en-US" b="1"/>
              <a:t>a statistically significant difference</a:t>
            </a:r>
            <a:r>
              <a:rPr lang="en-US"/>
              <a:t> in the mean calorie intake of males and females.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This suggests that </a:t>
            </a:r>
            <a:r>
              <a:rPr lang="en-US" b="1"/>
              <a:t>gender has an influence</a:t>
            </a:r>
            <a:r>
              <a:rPr lang="en-US"/>
              <a:t> on daily calorie consumption.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42832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4DC06-7B5B-E3F4-E2AC-5EF0C5527D0B}"/>
              </a:ext>
            </a:extLst>
          </p:cNvPr>
          <p:cNvSpPr txBox="1">
            <a:spLocks/>
          </p:cNvSpPr>
          <p:nvPr/>
        </p:nvSpPr>
        <p:spPr>
          <a:xfrm>
            <a:off x="438705" y="217297"/>
            <a:ext cx="10515600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Session Summary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3CD02F-FE0D-6C03-58E4-74C96BEC45A3}"/>
              </a:ext>
            </a:extLst>
          </p:cNvPr>
          <p:cNvSpPr txBox="1"/>
          <p:nvPr/>
        </p:nvSpPr>
        <p:spPr>
          <a:xfrm>
            <a:off x="1218460" y="2305520"/>
            <a:ext cx="61477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Avenir Next LT Pro" panose="020B0504020202020204" pitchFamily="34" charset="0"/>
                <a:cs typeface="Arial" pitchFamily="34" charset="0"/>
              </a:rPr>
              <a:t>In this session, we have discussed about: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8AAD582-7EFA-A2E3-85F6-03A1DCCF824F}"/>
              </a:ext>
            </a:extLst>
          </p:cNvPr>
          <p:cNvSpPr txBox="1">
            <a:spLocks/>
          </p:cNvSpPr>
          <p:nvPr/>
        </p:nvSpPr>
        <p:spPr>
          <a:xfrm>
            <a:off x="1001485" y="3048001"/>
            <a:ext cx="10765971" cy="276497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Understand when to use which statistical tests </a:t>
            </a:r>
          </a:p>
          <a:p>
            <a:r>
              <a:rPr lang="en-US"/>
              <a:t>Apply and practice the various steps of Hypothesis Testing</a:t>
            </a:r>
          </a:p>
          <a:p>
            <a:r>
              <a:rPr lang="en-US"/>
              <a:t>Understand the process of one sample and two sample tests.</a:t>
            </a:r>
          </a:p>
          <a:p>
            <a:r>
              <a:rPr lang="en-US"/>
              <a:t>Draw inferences and conclusion.</a:t>
            </a:r>
          </a:p>
          <a:p>
            <a:r>
              <a:rPr lang="en-US"/>
              <a:t>Understand the concept of degrees of freedom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43900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E05F0-F166-25F6-CB6B-5FB525F78AD4}"/>
              </a:ext>
            </a:extLst>
          </p:cNvPr>
          <p:cNvSpPr txBox="1">
            <a:spLocks/>
          </p:cNvSpPr>
          <p:nvPr/>
        </p:nvSpPr>
        <p:spPr>
          <a:xfrm>
            <a:off x="438705" y="217297"/>
            <a:ext cx="10515600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Reference Links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57E35-1F84-EE85-BC81-5B04C7BF64A0}"/>
              </a:ext>
            </a:extLst>
          </p:cNvPr>
          <p:cNvSpPr txBox="1">
            <a:spLocks/>
          </p:cNvSpPr>
          <p:nvPr/>
        </p:nvSpPr>
        <p:spPr>
          <a:xfrm>
            <a:off x="301894" y="1015408"/>
            <a:ext cx="11588212" cy="5505136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hlinkClick r:id="rId2"/>
              </a:rPr>
              <a:t>Introduction to Hypothesis Testing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>
                <a:hlinkClick r:id="rId3"/>
              </a:rPr>
              <a:t>Frequently asked hypothesis testing interview questions and answers – part 1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>
                <a:hlinkClick r:id="rId4"/>
              </a:rPr>
              <a:t>Frequently asked hypothesis testing interview questions and answers – part 2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>
                <a:hlinkClick r:id="rId5"/>
              </a:rPr>
              <a:t>Frequently asked hypothesis testing interview questions and answers – part 3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>
                <a:hlinkClick r:id="rId6"/>
              </a:rPr>
              <a:t>Sampling methods guide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>
                <a:hlinkClick r:id="rId7"/>
              </a:rPr>
              <a:t>How to Collect Data Effectively: Methods, Questionnaire Design, and Data Sources Explained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>
                <a:hlinkClick r:id="rId8"/>
              </a:rPr>
              <a:t>Probability Distributions in Python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>
                <a:hlinkClick r:id="rId9"/>
              </a:rPr>
              <a:t>Step-by-Step Guide to Two-Sample Z-Test for Large Samples (Population SD Known)</a:t>
            </a: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02620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1375</TotalTime>
  <Words>1196</Words>
  <Application>Microsoft Office PowerPoint</Application>
  <PresentationFormat>Widescreen</PresentationFormat>
  <Paragraphs>170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6" baseType="lpstr">
      <vt:lpstr>Aptos</vt:lpstr>
      <vt:lpstr>Aptos Display</vt:lpstr>
      <vt:lpstr>Arial</vt:lpstr>
      <vt:lpstr>Avenir Next LT Pro</vt:lpstr>
      <vt:lpstr>Calibri</vt:lpstr>
      <vt:lpstr>Cambria Math</vt:lpstr>
      <vt:lpstr>Montserrat SemiBold</vt:lpstr>
      <vt:lpstr>source-serif-pro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Statistical Test Computations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idol</dc:creator>
  <cp:lastModifiedBy>Mohamed Ali</cp:lastModifiedBy>
  <cp:revision>109</cp:revision>
  <dcterms:created xsi:type="dcterms:W3CDTF">2025-07-09T10:39:06Z</dcterms:created>
  <dcterms:modified xsi:type="dcterms:W3CDTF">2026-10-28T11:48:42Z</dcterms:modified>
</cp:coreProperties>
</file>