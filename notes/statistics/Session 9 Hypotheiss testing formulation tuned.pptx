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02" r:id="rId4"/>
    <p:sldId id="334" r:id="rId5"/>
    <p:sldId id="324" r:id="rId6"/>
    <p:sldId id="290" r:id="rId7"/>
    <p:sldId id="335" r:id="rId8"/>
    <p:sldId id="310" r:id="rId9"/>
    <p:sldId id="336" r:id="rId10"/>
    <p:sldId id="337" r:id="rId11"/>
    <p:sldId id="311" r:id="rId12"/>
    <p:sldId id="338" r:id="rId13"/>
    <p:sldId id="332" r:id="rId14"/>
    <p:sldId id="339" r:id="rId15"/>
    <p:sldId id="325" r:id="rId16"/>
    <p:sldId id="271" r:id="rId17"/>
    <p:sldId id="340" r:id="rId18"/>
    <p:sldId id="341" r:id="rId19"/>
    <p:sldId id="326" r:id="rId20"/>
    <p:sldId id="327" r:id="rId21"/>
    <p:sldId id="296" r:id="rId22"/>
    <p:sldId id="34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66" userDrawn="1">
          <p15:clr>
            <a:srgbClr val="A4A3A4"/>
          </p15:clr>
        </p15:guide>
        <p15:guide id="4" pos="75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1" autoAdjust="0"/>
    <p:restoredTop sz="94660"/>
  </p:normalViewPr>
  <p:slideViewPr>
    <p:cSldViewPr snapToGrid="0" showGuides="1">
      <p:cViewPr varScale="1">
        <p:scale>
          <a:sx n="92" d="100"/>
          <a:sy n="92" d="100"/>
        </p:scale>
        <p:origin x="420" y="36"/>
      </p:cViewPr>
      <p:guideLst>
        <p:guide orient="horz" pos="2160"/>
        <p:guide pos="3840"/>
        <p:guide pos="166"/>
        <p:guide pos="75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793126-275C-4105-9AC6-3E8CC7C1FE28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272BF80-B15B-41D3-B98A-01E5F10C5972}">
      <dgm:prSet custT="1"/>
      <dgm:spPr>
        <a:xfrm>
          <a:off x="2801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1. Formulate H₀ and H₁</a:t>
          </a:r>
        </a:p>
      </dgm:t>
    </dgm:pt>
    <dgm:pt modelId="{C2AAA2C8-534B-438E-AC89-1CD7B1B34FDB}" type="parTrans" cxnId="{5EDB7397-6B23-4F1C-BA7C-FB6F5605DCF3}">
      <dgm:prSet/>
      <dgm:spPr/>
      <dgm:t>
        <a:bodyPr/>
        <a:lstStyle/>
        <a:p>
          <a:endParaRPr lang="en-US" sz="2400"/>
        </a:p>
      </dgm:t>
    </dgm:pt>
    <dgm:pt modelId="{251FA6B0-9B02-4F03-96E8-880BEDA9DC4A}" type="sibTrans" cxnId="{5EDB7397-6B23-4F1C-BA7C-FB6F5605DCF3}">
      <dgm:prSet phldrT="1" phldr="0" custT="1"/>
      <dgm:spPr>
        <a:xfrm>
          <a:off x="442649" y="1247041"/>
          <a:ext cx="637020" cy="637020"/>
        </a:xfrm>
        <a:prstGeom prst="ellipse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1</a:t>
          </a:r>
        </a:p>
      </dgm:t>
    </dgm:pt>
    <dgm:pt modelId="{527ACD2C-3D1A-4F4E-ADAC-2E0CF11CB429}">
      <dgm:prSet custT="1"/>
      <dgm:spPr>
        <a:xfrm>
          <a:off x="1671189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1256455"/>
            <a:satOff val="-1094"/>
            <a:lumOff val="-1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1256455"/>
              <a:satOff val="-1094"/>
              <a:lumOff val="-1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2. Choose α</a:t>
          </a:r>
        </a:p>
      </dgm:t>
    </dgm:pt>
    <dgm:pt modelId="{B0CE9C4D-88A5-45AE-AA9D-4D9A776439F1}" type="parTrans" cxnId="{82A4D16A-BF27-4AAD-8F90-16592DEB6686}">
      <dgm:prSet/>
      <dgm:spPr/>
      <dgm:t>
        <a:bodyPr/>
        <a:lstStyle/>
        <a:p>
          <a:endParaRPr lang="en-US" sz="2400"/>
        </a:p>
      </dgm:t>
    </dgm:pt>
    <dgm:pt modelId="{D45242D8-A887-446C-B376-892C86E41701}" type="sibTrans" cxnId="{82A4D16A-BF27-4AAD-8F90-16592DEB6686}">
      <dgm:prSet phldrT="2" phldr="0" custT="1"/>
      <dgm:spPr>
        <a:xfrm>
          <a:off x="2111037" y="1247041"/>
          <a:ext cx="637020" cy="637020"/>
        </a:xfrm>
        <a:prstGeom prst="ellipse">
          <a:avLst/>
        </a:prstGeom>
        <a:solidFill>
          <a:srgbClr val="C0504D">
            <a:hueOff val="1040338"/>
            <a:satOff val="-1298"/>
            <a:lumOff val="305"/>
            <a:alphaOff val="0"/>
          </a:srgbClr>
        </a:solidFill>
        <a:ln w="25400" cap="flat" cmpd="sng" algn="ctr">
          <a:solidFill>
            <a:srgbClr val="C0504D">
              <a:hueOff val="1040338"/>
              <a:satOff val="-1298"/>
              <a:lumOff val="305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2</a:t>
          </a:r>
        </a:p>
      </dgm:t>
    </dgm:pt>
    <dgm:pt modelId="{9A15EDEE-F983-4250-94D5-CFF6F635A413}">
      <dgm:prSet custT="1"/>
      <dgm:spPr>
        <a:xfrm>
          <a:off x="3339577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2512910"/>
            <a:satOff val="-2189"/>
            <a:lumOff val="-3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2512910"/>
              <a:satOff val="-2189"/>
              <a:lumOff val="-3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3. Select Test</a:t>
          </a:r>
        </a:p>
      </dgm:t>
    </dgm:pt>
    <dgm:pt modelId="{0865333E-710E-4274-8A9F-8828D714E85B}" type="parTrans" cxnId="{3E26F86A-B0E6-4DE3-8AEC-77CBB835B9E6}">
      <dgm:prSet/>
      <dgm:spPr/>
      <dgm:t>
        <a:bodyPr/>
        <a:lstStyle/>
        <a:p>
          <a:endParaRPr lang="en-US" sz="2400"/>
        </a:p>
      </dgm:t>
    </dgm:pt>
    <dgm:pt modelId="{8ABA5563-B33F-4ED8-8F29-FEEAEA20B4FF}" type="sibTrans" cxnId="{3E26F86A-B0E6-4DE3-8AEC-77CBB835B9E6}">
      <dgm:prSet phldrT="3" phldr="0" custT="1"/>
      <dgm:spPr>
        <a:xfrm>
          <a:off x="3779425" y="1247041"/>
          <a:ext cx="637020" cy="637020"/>
        </a:xfrm>
        <a:prstGeom prst="ellipse">
          <a:avLst/>
        </a:prstGeom>
        <a:solidFill>
          <a:srgbClr val="C0504D">
            <a:hueOff val="2080675"/>
            <a:satOff val="-2595"/>
            <a:lumOff val="610"/>
            <a:alphaOff val="0"/>
          </a:srgbClr>
        </a:solidFill>
        <a:ln w="25400" cap="flat" cmpd="sng" algn="ctr">
          <a:solidFill>
            <a:srgbClr val="C0504D">
              <a:hueOff val="2080675"/>
              <a:satOff val="-2595"/>
              <a:lumOff val="61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3</a:t>
          </a:r>
        </a:p>
      </dgm:t>
    </dgm:pt>
    <dgm:pt modelId="{10D4076C-31F4-4AC5-9E7D-358D5C5EBEDC}">
      <dgm:prSet custT="1"/>
      <dgm:spPr>
        <a:xfrm>
          <a:off x="5007965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3769366"/>
            <a:satOff val="-3283"/>
            <a:lumOff val="-4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3769366"/>
              <a:satOff val="-3283"/>
              <a:lumOff val="-4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4. Calculate Test Statistic</a:t>
          </a:r>
        </a:p>
      </dgm:t>
    </dgm:pt>
    <dgm:pt modelId="{66D82C1A-FF0B-4962-8AF2-DEE0D6B2954B}" type="parTrans" cxnId="{8E304737-40C9-417D-B62C-D12184BE209A}">
      <dgm:prSet/>
      <dgm:spPr/>
      <dgm:t>
        <a:bodyPr/>
        <a:lstStyle/>
        <a:p>
          <a:endParaRPr lang="en-US" sz="2400"/>
        </a:p>
      </dgm:t>
    </dgm:pt>
    <dgm:pt modelId="{0320836D-D6B6-4442-A8E0-C4ADF4E4FBB5}" type="sibTrans" cxnId="{8E304737-40C9-417D-B62C-D12184BE209A}">
      <dgm:prSet phldrT="4" phldr="0" custT="1"/>
      <dgm:spPr>
        <a:xfrm>
          <a:off x="5447813" y="1247041"/>
          <a:ext cx="637020" cy="637020"/>
        </a:xfrm>
        <a:prstGeom prst="ellipse">
          <a:avLst/>
        </a:prstGeom>
        <a:solidFill>
          <a:srgbClr val="C0504D">
            <a:hueOff val="3121013"/>
            <a:satOff val="-3893"/>
            <a:lumOff val="915"/>
            <a:alphaOff val="0"/>
          </a:srgbClr>
        </a:solidFill>
        <a:ln w="25400" cap="flat" cmpd="sng" algn="ctr">
          <a:solidFill>
            <a:srgbClr val="C0504D">
              <a:hueOff val="3121013"/>
              <a:satOff val="-3893"/>
              <a:lumOff val="915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4</a:t>
          </a:r>
        </a:p>
      </dgm:t>
    </dgm:pt>
    <dgm:pt modelId="{5C54DA42-9DF7-4B89-AE29-D208BD838CE4}">
      <dgm:prSet custT="1"/>
      <dgm:spPr>
        <a:xfrm>
          <a:off x="6676353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5025821"/>
            <a:satOff val="-4378"/>
            <a:lumOff val="-6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5025821"/>
              <a:satOff val="-4378"/>
              <a:lumOff val="-6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5. Make Decision</a:t>
          </a:r>
        </a:p>
      </dgm:t>
    </dgm:pt>
    <dgm:pt modelId="{DC8584D3-6C21-479D-B929-2F465C070C1D}" type="parTrans" cxnId="{A83FC9F7-8B72-404E-8675-4C1BD12762D3}">
      <dgm:prSet/>
      <dgm:spPr/>
      <dgm:t>
        <a:bodyPr/>
        <a:lstStyle/>
        <a:p>
          <a:endParaRPr lang="en-US" sz="2400"/>
        </a:p>
      </dgm:t>
    </dgm:pt>
    <dgm:pt modelId="{09300398-15EE-47DB-902E-E2AC68FFA4CE}" type="sibTrans" cxnId="{A83FC9F7-8B72-404E-8675-4C1BD12762D3}">
      <dgm:prSet phldrT="5" phldr="0" custT="1"/>
      <dgm:spPr>
        <a:xfrm>
          <a:off x="7116201" y="1247041"/>
          <a:ext cx="637020" cy="637020"/>
        </a:xfrm>
        <a:prstGeom prst="ellipse">
          <a:avLst/>
        </a:prstGeom>
        <a:solidFill>
          <a:srgbClr val="C0504D">
            <a:hueOff val="4161350"/>
            <a:satOff val="-5190"/>
            <a:lumOff val="1220"/>
            <a:alphaOff val="0"/>
          </a:srgbClr>
        </a:solidFill>
        <a:ln w="25400" cap="flat" cmpd="sng" algn="ctr">
          <a:solidFill>
            <a:srgbClr val="C0504D">
              <a:hueOff val="4161350"/>
              <a:satOff val="-5190"/>
              <a:lumOff val="122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5</a:t>
          </a:r>
        </a:p>
      </dgm:t>
    </dgm:pt>
    <dgm:pt modelId="{B21A0E6E-B807-446B-BBB0-091E49A5ECC4}" type="pres">
      <dgm:prSet presAssocID="{63793126-275C-4105-9AC6-3E8CC7C1FE28}" presName="Name0" presStyleCnt="0">
        <dgm:presLayoutVars>
          <dgm:animLvl val="lvl"/>
          <dgm:resizeHandles val="exact"/>
        </dgm:presLayoutVars>
      </dgm:prSet>
      <dgm:spPr/>
    </dgm:pt>
    <dgm:pt modelId="{687830B8-87D9-439C-A0F6-42855F016002}" type="pres">
      <dgm:prSet presAssocID="{2272BF80-B15B-41D3-B98A-01E5F10C5972}" presName="compositeNode" presStyleCnt="0">
        <dgm:presLayoutVars>
          <dgm:bulletEnabled val="1"/>
        </dgm:presLayoutVars>
      </dgm:prSet>
      <dgm:spPr/>
    </dgm:pt>
    <dgm:pt modelId="{0A469CC7-1368-443F-99BE-B318A37FD825}" type="pres">
      <dgm:prSet presAssocID="{2272BF80-B15B-41D3-B98A-01E5F10C5972}" presName="bgRect" presStyleLbl="bgAccFollowNode1" presStyleIdx="0" presStyleCnt="5"/>
      <dgm:spPr/>
    </dgm:pt>
    <dgm:pt modelId="{7769DB0C-F4C5-43F4-A2EE-C59E985FA7D1}" type="pres">
      <dgm:prSet presAssocID="{251FA6B0-9B02-4F03-96E8-880BEDA9DC4A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676BAA43-BB4F-44FD-8F7F-BAB3B4D8CE05}" type="pres">
      <dgm:prSet presAssocID="{2272BF80-B15B-41D3-B98A-01E5F10C5972}" presName="bottomLine" presStyleLbl="alignNode1" presStyleIdx="1" presStyleCnt="10">
        <dgm:presLayoutVars/>
      </dgm:prSet>
      <dgm:spPr>
        <a:xfrm>
          <a:off x="2801" y="3158031"/>
          <a:ext cx="1516716" cy="72"/>
        </a:xfrm>
        <a:prstGeom prst="rect">
          <a:avLst/>
        </a:prstGeom>
        <a:solidFill>
          <a:srgbClr val="C0504D">
            <a:hueOff val="520169"/>
            <a:satOff val="-649"/>
            <a:lumOff val="153"/>
            <a:alphaOff val="0"/>
          </a:srgbClr>
        </a:solidFill>
        <a:ln w="25400" cap="flat" cmpd="sng" algn="ctr">
          <a:solidFill>
            <a:srgbClr val="C0504D">
              <a:hueOff val="520169"/>
              <a:satOff val="-649"/>
              <a:lumOff val="153"/>
              <a:alphaOff val="0"/>
            </a:srgbClr>
          </a:solidFill>
          <a:prstDash val="solid"/>
        </a:ln>
        <a:effectLst/>
      </dgm:spPr>
    </dgm:pt>
    <dgm:pt modelId="{A79AB681-99BB-4B4F-99DB-64183A771F7F}" type="pres">
      <dgm:prSet presAssocID="{2272BF80-B15B-41D3-B98A-01E5F10C5972}" presName="nodeText" presStyleLbl="bgAccFollowNode1" presStyleIdx="0" presStyleCnt="5">
        <dgm:presLayoutVars>
          <dgm:bulletEnabled val="1"/>
        </dgm:presLayoutVars>
      </dgm:prSet>
      <dgm:spPr/>
    </dgm:pt>
    <dgm:pt modelId="{8CE687C0-EE9C-425A-A2B5-AD86850387FF}" type="pres">
      <dgm:prSet presAssocID="{251FA6B0-9B02-4F03-96E8-880BEDA9DC4A}" presName="sibTrans" presStyleCnt="0"/>
      <dgm:spPr/>
    </dgm:pt>
    <dgm:pt modelId="{7B8AAD21-3096-4C22-933B-07B68F3E6B8E}" type="pres">
      <dgm:prSet presAssocID="{527ACD2C-3D1A-4F4E-ADAC-2E0CF11CB429}" presName="compositeNode" presStyleCnt="0">
        <dgm:presLayoutVars>
          <dgm:bulletEnabled val="1"/>
        </dgm:presLayoutVars>
      </dgm:prSet>
      <dgm:spPr/>
    </dgm:pt>
    <dgm:pt modelId="{CCAA77D6-3105-4844-8CDB-FB625AF2EBD8}" type="pres">
      <dgm:prSet presAssocID="{527ACD2C-3D1A-4F4E-ADAC-2E0CF11CB429}" presName="bgRect" presStyleLbl="bgAccFollowNode1" presStyleIdx="1" presStyleCnt="5"/>
      <dgm:spPr/>
    </dgm:pt>
    <dgm:pt modelId="{2B5F2ECC-A55D-4DAE-A8F2-B779FA86D71D}" type="pres">
      <dgm:prSet presAssocID="{D45242D8-A887-446C-B376-892C86E41701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0F547E79-2523-4DB3-9C08-95DD27A51AC4}" type="pres">
      <dgm:prSet presAssocID="{527ACD2C-3D1A-4F4E-ADAC-2E0CF11CB429}" presName="bottomLine" presStyleLbl="alignNode1" presStyleIdx="3" presStyleCnt="10">
        <dgm:presLayoutVars/>
      </dgm:prSet>
      <dgm:spPr>
        <a:xfrm>
          <a:off x="1671189" y="3158031"/>
          <a:ext cx="1516716" cy="72"/>
        </a:xfrm>
        <a:prstGeom prst="rect">
          <a:avLst/>
        </a:prstGeom>
        <a:solidFill>
          <a:srgbClr val="C0504D">
            <a:hueOff val="1560506"/>
            <a:satOff val="-1946"/>
            <a:lumOff val="458"/>
            <a:alphaOff val="0"/>
          </a:srgbClr>
        </a:solidFill>
        <a:ln w="25400" cap="flat" cmpd="sng" algn="ctr">
          <a:solidFill>
            <a:srgbClr val="C0504D">
              <a:hueOff val="1560506"/>
              <a:satOff val="-1946"/>
              <a:lumOff val="458"/>
              <a:alphaOff val="0"/>
            </a:srgbClr>
          </a:solidFill>
          <a:prstDash val="solid"/>
        </a:ln>
        <a:effectLst/>
      </dgm:spPr>
    </dgm:pt>
    <dgm:pt modelId="{4DA62905-7560-4BF9-A094-CC9446E5BA1A}" type="pres">
      <dgm:prSet presAssocID="{527ACD2C-3D1A-4F4E-ADAC-2E0CF11CB429}" presName="nodeText" presStyleLbl="bgAccFollowNode1" presStyleIdx="1" presStyleCnt="5">
        <dgm:presLayoutVars>
          <dgm:bulletEnabled val="1"/>
        </dgm:presLayoutVars>
      </dgm:prSet>
      <dgm:spPr/>
    </dgm:pt>
    <dgm:pt modelId="{26EE6001-67E2-4140-9262-68B17706FA51}" type="pres">
      <dgm:prSet presAssocID="{D45242D8-A887-446C-B376-892C86E41701}" presName="sibTrans" presStyleCnt="0"/>
      <dgm:spPr/>
    </dgm:pt>
    <dgm:pt modelId="{77B6F255-22B5-4748-8F3D-23282DA77972}" type="pres">
      <dgm:prSet presAssocID="{9A15EDEE-F983-4250-94D5-CFF6F635A413}" presName="compositeNode" presStyleCnt="0">
        <dgm:presLayoutVars>
          <dgm:bulletEnabled val="1"/>
        </dgm:presLayoutVars>
      </dgm:prSet>
      <dgm:spPr/>
    </dgm:pt>
    <dgm:pt modelId="{A83466D0-E506-4378-9B7F-301CCCA9AA58}" type="pres">
      <dgm:prSet presAssocID="{9A15EDEE-F983-4250-94D5-CFF6F635A413}" presName="bgRect" presStyleLbl="bgAccFollowNode1" presStyleIdx="2" presStyleCnt="5"/>
      <dgm:spPr/>
    </dgm:pt>
    <dgm:pt modelId="{D5BFD8C4-B0B0-4D99-8A71-1E878B2E3CA9}" type="pres">
      <dgm:prSet presAssocID="{8ABA5563-B33F-4ED8-8F29-FEEAEA20B4FF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FBB7C4FD-8A9F-4AD2-82BE-0373CF9AA0DF}" type="pres">
      <dgm:prSet presAssocID="{9A15EDEE-F983-4250-94D5-CFF6F635A413}" presName="bottomLine" presStyleLbl="alignNode1" presStyleIdx="5" presStyleCnt="10">
        <dgm:presLayoutVars/>
      </dgm:prSet>
      <dgm:spPr>
        <a:xfrm>
          <a:off x="3339577" y="3158031"/>
          <a:ext cx="1516716" cy="72"/>
        </a:xfrm>
        <a:prstGeom prst="rect">
          <a:avLst/>
        </a:prstGeom>
        <a:solidFill>
          <a:srgbClr val="C0504D">
            <a:hueOff val="2600844"/>
            <a:satOff val="-3244"/>
            <a:lumOff val="763"/>
            <a:alphaOff val="0"/>
          </a:srgbClr>
        </a:solidFill>
        <a:ln w="25400" cap="flat" cmpd="sng" algn="ctr">
          <a:solidFill>
            <a:srgbClr val="C0504D">
              <a:hueOff val="2600844"/>
              <a:satOff val="-3244"/>
              <a:lumOff val="763"/>
              <a:alphaOff val="0"/>
            </a:srgbClr>
          </a:solidFill>
          <a:prstDash val="solid"/>
        </a:ln>
        <a:effectLst/>
      </dgm:spPr>
    </dgm:pt>
    <dgm:pt modelId="{0EDF6403-EC00-4F95-9F87-69EB720042A9}" type="pres">
      <dgm:prSet presAssocID="{9A15EDEE-F983-4250-94D5-CFF6F635A413}" presName="nodeText" presStyleLbl="bgAccFollowNode1" presStyleIdx="2" presStyleCnt="5">
        <dgm:presLayoutVars>
          <dgm:bulletEnabled val="1"/>
        </dgm:presLayoutVars>
      </dgm:prSet>
      <dgm:spPr/>
    </dgm:pt>
    <dgm:pt modelId="{89C4421D-D6E9-457C-9B10-87EF5AE54EE2}" type="pres">
      <dgm:prSet presAssocID="{8ABA5563-B33F-4ED8-8F29-FEEAEA20B4FF}" presName="sibTrans" presStyleCnt="0"/>
      <dgm:spPr/>
    </dgm:pt>
    <dgm:pt modelId="{58CE3DD2-7C37-4780-A232-64B411CD5C2A}" type="pres">
      <dgm:prSet presAssocID="{10D4076C-31F4-4AC5-9E7D-358D5C5EBEDC}" presName="compositeNode" presStyleCnt="0">
        <dgm:presLayoutVars>
          <dgm:bulletEnabled val="1"/>
        </dgm:presLayoutVars>
      </dgm:prSet>
      <dgm:spPr/>
    </dgm:pt>
    <dgm:pt modelId="{05B08170-2A51-4B84-8E36-316A2FB8E2A8}" type="pres">
      <dgm:prSet presAssocID="{10D4076C-31F4-4AC5-9E7D-358D5C5EBEDC}" presName="bgRect" presStyleLbl="bgAccFollowNode1" presStyleIdx="3" presStyleCnt="5"/>
      <dgm:spPr/>
    </dgm:pt>
    <dgm:pt modelId="{0349DC70-AA64-453F-AC82-88C5373EC56D}" type="pres">
      <dgm:prSet presAssocID="{0320836D-D6B6-4442-A8E0-C4ADF4E4FBB5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68014E59-C244-40B8-9FD9-89F7A544623F}" type="pres">
      <dgm:prSet presAssocID="{10D4076C-31F4-4AC5-9E7D-358D5C5EBEDC}" presName="bottomLine" presStyleLbl="alignNode1" presStyleIdx="7" presStyleCnt="10">
        <dgm:presLayoutVars/>
      </dgm:prSet>
      <dgm:spPr>
        <a:xfrm>
          <a:off x="5007965" y="3158031"/>
          <a:ext cx="1516716" cy="72"/>
        </a:xfrm>
        <a:prstGeom prst="rect">
          <a:avLst/>
        </a:prstGeom>
        <a:solidFill>
          <a:srgbClr val="C0504D">
            <a:hueOff val="3641181"/>
            <a:satOff val="-4541"/>
            <a:lumOff val="1068"/>
            <a:alphaOff val="0"/>
          </a:srgbClr>
        </a:solidFill>
        <a:ln w="25400" cap="flat" cmpd="sng" algn="ctr">
          <a:solidFill>
            <a:srgbClr val="C0504D">
              <a:hueOff val="3641181"/>
              <a:satOff val="-4541"/>
              <a:lumOff val="1068"/>
              <a:alphaOff val="0"/>
            </a:srgbClr>
          </a:solidFill>
          <a:prstDash val="solid"/>
        </a:ln>
        <a:effectLst/>
      </dgm:spPr>
    </dgm:pt>
    <dgm:pt modelId="{BC9710CB-0917-4677-9D54-6DD24C5C3439}" type="pres">
      <dgm:prSet presAssocID="{10D4076C-31F4-4AC5-9E7D-358D5C5EBEDC}" presName="nodeText" presStyleLbl="bgAccFollowNode1" presStyleIdx="3" presStyleCnt="5">
        <dgm:presLayoutVars>
          <dgm:bulletEnabled val="1"/>
        </dgm:presLayoutVars>
      </dgm:prSet>
      <dgm:spPr/>
    </dgm:pt>
    <dgm:pt modelId="{F1FDFD07-7069-4B72-8AD7-07C40EACAEBD}" type="pres">
      <dgm:prSet presAssocID="{0320836D-D6B6-4442-A8E0-C4ADF4E4FBB5}" presName="sibTrans" presStyleCnt="0"/>
      <dgm:spPr/>
    </dgm:pt>
    <dgm:pt modelId="{63761A0A-20D0-4BB4-A1C2-2C736FF29734}" type="pres">
      <dgm:prSet presAssocID="{5C54DA42-9DF7-4B89-AE29-D208BD838CE4}" presName="compositeNode" presStyleCnt="0">
        <dgm:presLayoutVars>
          <dgm:bulletEnabled val="1"/>
        </dgm:presLayoutVars>
      </dgm:prSet>
      <dgm:spPr/>
    </dgm:pt>
    <dgm:pt modelId="{16E6F7E5-197D-4AF7-A828-70AA8147B344}" type="pres">
      <dgm:prSet presAssocID="{5C54DA42-9DF7-4B89-AE29-D208BD838CE4}" presName="bgRect" presStyleLbl="bgAccFollowNode1" presStyleIdx="4" presStyleCnt="5"/>
      <dgm:spPr/>
    </dgm:pt>
    <dgm:pt modelId="{9B697E99-C80F-4754-858A-F159AEA84C88}" type="pres">
      <dgm:prSet presAssocID="{09300398-15EE-47DB-902E-E2AC68FFA4CE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A196F8AA-22A8-4A31-94A4-0BFEDF4CB880}" type="pres">
      <dgm:prSet presAssocID="{5C54DA42-9DF7-4B89-AE29-D208BD838CE4}" presName="bottomLine" presStyleLbl="alignNode1" presStyleIdx="9" presStyleCnt="10">
        <dgm:presLayoutVars/>
      </dgm:prSet>
      <dgm:spPr>
        <a:xfrm>
          <a:off x="6676353" y="3158031"/>
          <a:ext cx="1516716" cy="72"/>
        </a:xfrm>
        <a:prstGeom prst="rect">
          <a:avLst/>
        </a:prstGeom>
        <a:solidFill>
          <a:srgbClr val="C0504D">
            <a:hueOff val="4681519"/>
            <a:satOff val="-5839"/>
            <a:lumOff val="1373"/>
            <a:alphaOff val="0"/>
          </a:srgbClr>
        </a:solidFill>
        <a:ln w="25400" cap="flat" cmpd="sng" algn="ctr">
          <a:solidFill>
            <a:srgbClr val="C0504D">
              <a:hueOff val="4681519"/>
              <a:satOff val="-5839"/>
              <a:lumOff val="1373"/>
              <a:alphaOff val="0"/>
            </a:srgbClr>
          </a:solidFill>
          <a:prstDash val="solid"/>
        </a:ln>
        <a:effectLst/>
      </dgm:spPr>
    </dgm:pt>
    <dgm:pt modelId="{2B22DDA2-9114-4144-985F-2FC2B16D35C1}" type="pres">
      <dgm:prSet presAssocID="{5C54DA42-9DF7-4B89-AE29-D208BD838CE4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2D51A512-B220-4C03-89B3-A97817643805}" type="presOf" srcId="{10D4076C-31F4-4AC5-9E7D-358D5C5EBEDC}" destId="{BC9710CB-0917-4677-9D54-6DD24C5C3439}" srcOrd="1" destOrd="0" presId="urn:microsoft.com/office/officeart/2016/7/layout/BasicLinearProcessNumbered"/>
    <dgm:cxn modelId="{832BDC17-CCEA-42CB-B1D4-B94768790CB0}" type="presOf" srcId="{0320836D-D6B6-4442-A8E0-C4ADF4E4FBB5}" destId="{0349DC70-AA64-453F-AC82-88C5373EC56D}" srcOrd="0" destOrd="0" presId="urn:microsoft.com/office/officeart/2016/7/layout/BasicLinearProcessNumbered"/>
    <dgm:cxn modelId="{5DF9AB1A-D542-4F50-8C2A-08566BC748D6}" type="presOf" srcId="{10D4076C-31F4-4AC5-9E7D-358D5C5EBEDC}" destId="{05B08170-2A51-4B84-8E36-316A2FB8E2A8}" srcOrd="0" destOrd="0" presId="urn:microsoft.com/office/officeart/2016/7/layout/BasicLinearProcessNumbered"/>
    <dgm:cxn modelId="{8368C729-F0FD-4D74-8233-AF3DF9528B19}" type="presOf" srcId="{5C54DA42-9DF7-4B89-AE29-D208BD838CE4}" destId="{2B22DDA2-9114-4144-985F-2FC2B16D35C1}" srcOrd="1" destOrd="0" presId="urn:microsoft.com/office/officeart/2016/7/layout/BasicLinearProcessNumbered"/>
    <dgm:cxn modelId="{696A4A30-0697-4365-9CF8-B6082B48075D}" type="presOf" srcId="{2272BF80-B15B-41D3-B98A-01E5F10C5972}" destId="{A79AB681-99BB-4B4F-99DB-64183A771F7F}" srcOrd="1" destOrd="0" presId="urn:microsoft.com/office/officeart/2016/7/layout/BasicLinearProcessNumbered"/>
    <dgm:cxn modelId="{8E304737-40C9-417D-B62C-D12184BE209A}" srcId="{63793126-275C-4105-9AC6-3E8CC7C1FE28}" destId="{10D4076C-31F4-4AC5-9E7D-358D5C5EBEDC}" srcOrd="3" destOrd="0" parTransId="{66D82C1A-FF0B-4962-8AF2-DEE0D6B2954B}" sibTransId="{0320836D-D6B6-4442-A8E0-C4ADF4E4FBB5}"/>
    <dgm:cxn modelId="{82A4D16A-BF27-4AAD-8F90-16592DEB6686}" srcId="{63793126-275C-4105-9AC6-3E8CC7C1FE28}" destId="{527ACD2C-3D1A-4F4E-ADAC-2E0CF11CB429}" srcOrd="1" destOrd="0" parTransId="{B0CE9C4D-88A5-45AE-AA9D-4D9A776439F1}" sibTransId="{D45242D8-A887-446C-B376-892C86E41701}"/>
    <dgm:cxn modelId="{3E26F86A-B0E6-4DE3-8AEC-77CBB835B9E6}" srcId="{63793126-275C-4105-9AC6-3E8CC7C1FE28}" destId="{9A15EDEE-F983-4250-94D5-CFF6F635A413}" srcOrd="2" destOrd="0" parTransId="{0865333E-710E-4274-8A9F-8828D714E85B}" sibTransId="{8ABA5563-B33F-4ED8-8F29-FEEAEA20B4FF}"/>
    <dgm:cxn modelId="{4619554F-1E04-4F7B-BB04-F888132A816E}" type="presOf" srcId="{D45242D8-A887-446C-B376-892C86E41701}" destId="{2B5F2ECC-A55D-4DAE-A8F2-B779FA86D71D}" srcOrd="0" destOrd="0" presId="urn:microsoft.com/office/officeart/2016/7/layout/BasicLinearProcessNumbered"/>
    <dgm:cxn modelId="{37245B70-8A11-43DE-9244-E1959D7B0760}" type="presOf" srcId="{2272BF80-B15B-41D3-B98A-01E5F10C5972}" destId="{0A469CC7-1368-443F-99BE-B318A37FD825}" srcOrd="0" destOrd="0" presId="urn:microsoft.com/office/officeart/2016/7/layout/BasicLinearProcessNumbered"/>
    <dgm:cxn modelId="{5EDB7397-6B23-4F1C-BA7C-FB6F5605DCF3}" srcId="{63793126-275C-4105-9AC6-3E8CC7C1FE28}" destId="{2272BF80-B15B-41D3-B98A-01E5F10C5972}" srcOrd="0" destOrd="0" parTransId="{C2AAA2C8-534B-438E-AC89-1CD7B1B34FDB}" sibTransId="{251FA6B0-9B02-4F03-96E8-880BEDA9DC4A}"/>
    <dgm:cxn modelId="{84E5CC9E-FD2E-4C03-8A29-F792AF15B1EC}" type="presOf" srcId="{09300398-15EE-47DB-902E-E2AC68FFA4CE}" destId="{9B697E99-C80F-4754-858A-F159AEA84C88}" srcOrd="0" destOrd="0" presId="urn:microsoft.com/office/officeart/2016/7/layout/BasicLinearProcessNumbered"/>
    <dgm:cxn modelId="{74CEF0A6-BE43-4227-89CC-3C7ED10104A6}" type="presOf" srcId="{63793126-275C-4105-9AC6-3E8CC7C1FE28}" destId="{B21A0E6E-B807-446B-BBB0-091E49A5ECC4}" srcOrd="0" destOrd="0" presId="urn:microsoft.com/office/officeart/2016/7/layout/BasicLinearProcessNumbered"/>
    <dgm:cxn modelId="{05AD7FA8-5FE8-44AF-942E-061319EE960B}" type="presOf" srcId="{527ACD2C-3D1A-4F4E-ADAC-2E0CF11CB429}" destId="{CCAA77D6-3105-4844-8CDB-FB625AF2EBD8}" srcOrd="0" destOrd="0" presId="urn:microsoft.com/office/officeart/2016/7/layout/BasicLinearProcessNumbered"/>
    <dgm:cxn modelId="{042D34B9-1FEB-4D2A-84FA-C4A0C4D262B8}" type="presOf" srcId="{8ABA5563-B33F-4ED8-8F29-FEEAEA20B4FF}" destId="{D5BFD8C4-B0B0-4D99-8A71-1E878B2E3CA9}" srcOrd="0" destOrd="0" presId="urn:microsoft.com/office/officeart/2016/7/layout/BasicLinearProcessNumbered"/>
    <dgm:cxn modelId="{8C0AB2BA-32D2-498A-AE8C-024928A37B3E}" type="presOf" srcId="{527ACD2C-3D1A-4F4E-ADAC-2E0CF11CB429}" destId="{4DA62905-7560-4BF9-A094-CC9446E5BA1A}" srcOrd="1" destOrd="0" presId="urn:microsoft.com/office/officeart/2016/7/layout/BasicLinearProcessNumbered"/>
    <dgm:cxn modelId="{270D17BD-654D-44EE-A126-B0418BF04FFF}" type="presOf" srcId="{9A15EDEE-F983-4250-94D5-CFF6F635A413}" destId="{0EDF6403-EC00-4F95-9F87-69EB720042A9}" srcOrd="1" destOrd="0" presId="urn:microsoft.com/office/officeart/2016/7/layout/BasicLinearProcessNumbered"/>
    <dgm:cxn modelId="{008C22DE-886B-4A2B-AE6C-B88D8C0FE503}" type="presOf" srcId="{5C54DA42-9DF7-4B89-AE29-D208BD838CE4}" destId="{16E6F7E5-197D-4AF7-A828-70AA8147B344}" srcOrd="0" destOrd="0" presId="urn:microsoft.com/office/officeart/2016/7/layout/BasicLinearProcessNumbered"/>
    <dgm:cxn modelId="{727011E6-C211-4B3E-A418-7B7EC55039BD}" type="presOf" srcId="{9A15EDEE-F983-4250-94D5-CFF6F635A413}" destId="{A83466D0-E506-4378-9B7F-301CCCA9AA58}" srcOrd="0" destOrd="0" presId="urn:microsoft.com/office/officeart/2016/7/layout/BasicLinearProcessNumbered"/>
    <dgm:cxn modelId="{F1BFC6F6-DA81-460A-B106-0F9182957528}" type="presOf" srcId="{251FA6B0-9B02-4F03-96E8-880BEDA9DC4A}" destId="{7769DB0C-F4C5-43F4-A2EE-C59E985FA7D1}" srcOrd="0" destOrd="0" presId="urn:microsoft.com/office/officeart/2016/7/layout/BasicLinearProcessNumbered"/>
    <dgm:cxn modelId="{A83FC9F7-8B72-404E-8675-4C1BD12762D3}" srcId="{63793126-275C-4105-9AC6-3E8CC7C1FE28}" destId="{5C54DA42-9DF7-4B89-AE29-D208BD838CE4}" srcOrd="4" destOrd="0" parTransId="{DC8584D3-6C21-479D-B929-2F465C070C1D}" sibTransId="{09300398-15EE-47DB-902E-E2AC68FFA4CE}"/>
    <dgm:cxn modelId="{67D9F639-3E44-489E-A809-64992EA4A024}" type="presParOf" srcId="{B21A0E6E-B807-446B-BBB0-091E49A5ECC4}" destId="{687830B8-87D9-439C-A0F6-42855F016002}" srcOrd="0" destOrd="0" presId="urn:microsoft.com/office/officeart/2016/7/layout/BasicLinearProcessNumbered"/>
    <dgm:cxn modelId="{0E582550-F8FA-457A-A686-C985C4C0BDA8}" type="presParOf" srcId="{687830B8-87D9-439C-A0F6-42855F016002}" destId="{0A469CC7-1368-443F-99BE-B318A37FD825}" srcOrd="0" destOrd="0" presId="urn:microsoft.com/office/officeart/2016/7/layout/BasicLinearProcessNumbered"/>
    <dgm:cxn modelId="{93AC729D-328A-4216-AA66-190E8668EA38}" type="presParOf" srcId="{687830B8-87D9-439C-A0F6-42855F016002}" destId="{7769DB0C-F4C5-43F4-A2EE-C59E985FA7D1}" srcOrd="1" destOrd="0" presId="urn:microsoft.com/office/officeart/2016/7/layout/BasicLinearProcessNumbered"/>
    <dgm:cxn modelId="{9509F67A-1A08-4DE9-B219-D6560F886BDA}" type="presParOf" srcId="{687830B8-87D9-439C-A0F6-42855F016002}" destId="{676BAA43-BB4F-44FD-8F7F-BAB3B4D8CE05}" srcOrd="2" destOrd="0" presId="urn:microsoft.com/office/officeart/2016/7/layout/BasicLinearProcessNumbered"/>
    <dgm:cxn modelId="{88E24392-DDC9-49DA-8571-69FA157B97BB}" type="presParOf" srcId="{687830B8-87D9-439C-A0F6-42855F016002}" destId="{A79AB681-99BB-4B4F-99DB-64183A771F7F}" srcOrd="3" destOrd="0" presId="urn:microsoft.com/office/officeart/2016/7/layout/BasicLinearProcessNumbered"/>
    <dgm:cxn modelId="{F5E1621D-48E3-4CAF-96BD-59DBFDCAD305}" type="presParOf" srcId="{B21A0E6E-B807-446B-BBB0-091E49A5ECC4}" destId="{8CE687C0-EE9C-425A-A2B5-AD86850387FF}" srcOrd="1" destOrd="0" presId="urn:microsoft.com/office/officeart/2016/7/layout/BasicLinearProcessNumbered"/>
    <dgm:cxn modelId="{E7E54168-8CFD-4BF3-888F-FD4F5B7D8B5E}" type="presParOf" srcId="{B21A0E6E-B807-446B-BBB0-091E49A5ECC4}" destId="{7B8AAD21-3096-4C22-933B-07B68F3E6B8E}" srcOrd="2" destOrd="0" presId="urn:microsoft.com/office/officeart/2016/7/layout/BasicLinearProcessNumbered"/>
    <dgm:cxn modelId="{077A7504-BB23-41AC-BEF4-3A163543CDA4}" type="presParOf" srcId="{7B8AAD21-3096-4C22-933B-07B68F3E6B8E}" destId="{CCAA77D6-3105-4844-8CDB-FB625AF2EBD8}" srcOrd="0" destOrd="0" presId="urn:microsoft.com/office/officeart/2016/7/layout/BasicLinearProcessNumbered"/>
    <dgm:cxn modelId="{F98C73AC-47B6-4C07-A57C-F8F4813566FB}" type="presParOf" srcId="{7B8AAD21-3096-4C22-933B-07B68F3E6B8E}" destId="{2B5F2ECC-A55D-4DAE-A8F2-B779FA86D71D}" srcOrd="1" destOrd="0" presId="urn:microsoft.com/office/officeart/2016/7/layout/BasicLinearProcessNumbered"/>
    <dgm:cxn modelId="{79AD9CFF-6E78-4FED-AC5B-FF17B2B214FD}" type="presParOf" srcId="{7B8AAD21-3096-4C22-933B-07B68F3E6B8E}" destId="{0F547E79-2523-4DB3-9C08-95DD27A51AC4}" srcOrd="2" destOrd="0" presId="urn:microsoft.com/office/officeart/2016/7/layout/BasicLinearProcessNumbered"/>
    <dgm:cxn modelId="{7C626FAE-2B73-4524-8EEF-F62CF34FA1DE}" type="presParOf" srcId="{7B8AAD21-3096-4C22-933B-07B68F3E6B8E}" destId="{4DA62905-7560-4BF9-A094-CC9446E5BA1A}" srcOrd="3" destOrd="0" presId="urn:microsoft.com/office/officeart/2016/7/layout/BasicLinearProcessNumbered"/>
    <dgm:cxn modelId="{7D2653EA-A23E-48B4-A4B3-BE49365304C7}" type="presParOf" srcId="{B21A0E6E-B807-446B-BBB0-091E49A5ECC4}" destId="{26EE6001-67E2-4140-9262-68B17706FA51}" srcOrd="3" destOrd="0" presId="urn:microsoft.com/office/officeart/2016/7/layout/BasicLinearProcessNumbered"/>
    <dgm:cxn modelId="{ED7339BA-CC46-4E28-A4AF-2E6B8683A4BA}" type="presParOf" srcId="{B21A0E6E-B807-446B-BBB0-091E49A5ECC4}" destId="{77B6F255-22B5-4748-8F3D-23282DA77972}" srcOrd="4" destOrd="0" presId="urn:microsoft.com/office/officeart/2016/7/layout/BasicLinearProcessNumbered"/>
    <dgm:cxn modelId="{EFE271C9-458C-4ED3-8BD7-58882F082DE3}" type="presParOf" srcId="{77B6F255-22B5-4748-8F3D-23282DA77972}" destId="{A83466D0-E506-4378-9B7F-301CCCA9AA58}" srcOrd="0" destOrd="0" presId="urn:microsoft.com/office/officeart/2016/7/layout/BasicLinearProcessNumbered"/>
    <dgm:cxn modelId="{5B2DBCEC-4C54-4C01-9F32-377CE74586F0}" type="presParOf" srcId="{77B6F255-22B5-4748-8F3D-23282DA77972}" destId="{D5BFD8C4-B0B0-4D99-8A71-1E878B2E3CA9}" srcOrd="1" destOrd="0" presId="urn:microsoft.com/office/officeart/2016/7/layout/BasicLinearProcessNumbered"/>
    <dgm:cxn modelId="{81D97050-8CBF-4CF3-B24B-EE7DE6D61653}" type="presParOf" srcId="{77B6F255-22B5-4748-8F3D-23282DA77972}" destId="{FBB7C4FD-8A9F-4AD2-82BE-0373CF9AA0DF}" srcOrd="2" destOrd="0" presId="urn:microsoft.com/office/officeart/2016/7/layout/BasicLinearProcessNumbered"/>
    <dgm:cxn modelId="{EA4E8C76-0FB2-4EA6-BF00-C308682E9A72}" type="presParOf" srcId="{77B6F255-22B5-4748-8F3D-23282DA77972}" destId="{0EDF6403-EC00-4F95-9F87-69EB720042A9}" srcOrd="3" destOrd="0" presId="urn:microsoft.com/office/officeart/2016/7/layout/BasicLinearProcessNumbered"/>
    <dgm:cxn modelId="{F51784D6-E7D1-4026-8E06-1B0BFBBBCD0E}" type="presParOf" srcId="{B21A0E6E-B807-446B-BBB0-091E49A5ECC4}" destId="{89C4421D-D6E9-457C-9B10-87EF5AE54EE2}" srcOrd="5" destOrd="0" presId="urn:microsoft.com/office/officeart/2016/7/layout/BasicLinearProcessNumbered"/>
    <dgm:cxn modelId="{0B60D40B-AEDF-4C62-8E6B-BB0FAB939375}" type="presParOf" srcId="{B21A0E6E-B807-446B-BBB0-091E49A5ECC4}" destId="{58CE3DD2-7C37-4780-A232-64B411CD5C2A}" srcOrd="6" destOrd="0" presId="urn:microsoft.com/office/officeart/2016/7/layout/BasicLinearProcessNumbered"/>
    <dgm:cxn modelId="{684C4032-A8D3-413D-98CD-3217085097D8}" type="presParOf" srcId="{58CE3DD2-7C37-4780-A232-64B411CD5C2A}" destId="{05B08170-2A51-4B84-8E36-316A2FB8E2A8}" srcOrd="0" destOrd="0" presId="urn:microsoft.com/office/officeart/2016/7/layout/BasicLinearProcessNumbered"/>
    <dgm:cxn modelId="{AEFBF552-5EEA-4385-A086-2E16F0DCD4D9}" type="presParOf" srcId="{58CE3DD2-7C37-4780-A232-64B411CD5C2A}" destId="{0349DC70-AA64-453F-AC82-88C5373EC56D}" srcOrd="1" destOrd="0" presId="urn:microsoft.com/office/officeart/2016/7/layout/BasicLinearProcessNumbered"/>
    <dgm:cxn modelId="{678F2425-924D-4213-BB74-23B24F5E8768}" type="presParOf" srcId="{58CE3DD2-7C37-4780-A232-64B411CD5C2A}" destId="{68014E59-C244-40B8-9FD9-89F7A544623F}" srcOrd="2" destOrd="0" presId="urn:microsoft.com/office/officeart/2016/7/layout/BasicLinearProcessNumbered"/>
    <dgm:cxn modelId="{035D93B5-99B1-40BF-9DDA-A5333939637E}" type="presParOf" srcId="{58CE3DD2-7C37-4780-A232-64B411CD5C2A}" destId="{BC9710CB-0917-4677-9D54-6DD24C5C3439}" srcOrd="3" destOrd="0" presId="urn:microsoft.com/office/officeart/2016/7/layout/BasicLinearProcessNumbered"/>
    <dgm:cxn modelId="{007BA4E0-3DB7-47E1-933F-302FFBCA9110}" type="presParOf" srcId="{B21A0E6E-B807-446B-BBB0-091E49A5ECC4}" destId="{F1FDFD07-7069-4B72-8AD7-07C40EACAEBD}" srcOrd="7" destOrd="0" presId="urn:microsoft.com/office/officeart/2016/7/layout/BasicLinearProcessNumbered"/>
    <dgm:cxn modelId="{85F80C66-FE12-49C1-92A2-2B2B2491806B}" type="presParOf" srcId="{B21A0E6E-B807-446B-BBB0-091E49A5ECC4}" destId="{63761A0A-20D0-4BB4-A1C2-2C736FF29734}" srcOrd="8" destOrd="0" presId="urn:microsoft.com/office/officeart/2016/7/layout/BasicLinearProcessNumbered"/>
    <dgm:cxn modelId="{EEFA9997-E09D-4F56-B922-FA27539D0F68}" type="presParOf" srcId="{63761A0A-20D0-4BB4-A1C2-2C736FF29734}" destId="{16E6F7E5-197D-4AF7-A828-70AA8147B344}" srcOrd="0" destOrd="0" presId="urn:microsoft.com/office/officeart/2016/7/layout/BasicLinearProcessNumbered"/>
    <dgm:cxn modelId="{ACCC7FCB-752B-4EEA-B3A8-00E263CEFC2B}" type="presParOf" srcId="{63761A0A-20D0-4BB4-A1C2-2C736FF29734}" destId="{9B697E99-C80F-4754-858A-F159AEA84C88}" srcOrd="1" destOrd="0" presId="urn:microsoft.com/office/officeart/2016/7/layout/BasicLinearProcessNumbered"/>
    <dgm:cxn modelId="{BF40A966-61CA-4A09-8040-DFEC87844F79}" type="presParOf" srcId="{63761A0A-20D0-4BB4-A1C2-2C736FF29734}" destId="{A196F8AA-22A8-4A31-94A4-0BFEDF4CB880}" srcOrd="2" destOrd="0" presId="urn:microsoft.com/office/officeart/2016/7/layout/BasicLinearProcessNumbered"/>
    <dgm:cxn modelId="{CD08EF2C-22B6-4878-9452-DF30D16366C1}" type="presParOf" srcId="{63761A0A-20D0-4BB4-A1C2-2C736FF29734}" destId="{2B22DDA2-9114-4144-985F-2FC2B16D35C1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A467CE5-3FC9-4441-912E-4E186B48B48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0C78655-D7C6-4F18-95EC-75DB87C41976}">
      <dgm:prSet/>
      <dgm:spPr/>
      <dgm:t>
        <a:bodyPr/>
        <a:lstStyle/>
        <a:p>
          <a:r>
            <a:rPr lang="en-US" dirty="0"/>
            <a:t>✅ Null Hypothesis (H₀): This is the hypothesis that there is no effect or no difference. It’s the status quo or the assumption we want to test against.</a:t>
          </a:r>
        </a:p>
      </dgm:t>
    </dgm:pt>
    <dgm:pt modelId="{1D8EE49A-03F3-4493-9754-B2A804903F88}" type="parTrans" cxnId="{BB8D67D7-E523-4FE0-8B44-F762F8C7974B}">
      <dgm:prSet/>
      <dgm:spPr/>
      <dgm:t>
        <a:bodyPr/>
        <a:lstStyle/>
        <a:p>
          <a:endParaRPr lang="en-US"/>
        </a:p>
      </dgm:t>
    </dgm:pt>
    <dgm:pt modelId="{7BC125F2-F676-4F64-95A0-98CE2DBCF1A1}" type="sibTrans" cxnId="{BB8D67D7-E523-4FE0-8B44-F762F8C7974B}">
      <dgm:prSet/>
      <dgm:spPr/>
      <dgm:t>
        <a:bodyPr/>
        <a:lstStyle/>
        <a:p>
          <a:endParaRPr lang="en-US"/>
        </a:p>
      </dgm:t>
    </dgm:pt>
    <dgm:pt modelId="{1995D29D-693D-44ED-8A56-47085C678CAD}">
      <dgm:prSet/>
      <dgm:spPr/>
      <dgm:t>
        <a:bodyPr/>
        <a:lstStyle/>
        <a:p>
          <a:r>
            <a:rPr lang="en-US"/>
            <a:t>✅ Alternative Hypothesis (H₁): Opposite of null hypothesis. </a:t>
          </a:r>
        </a:p>
      </dgm:t>
    </dgm:pt>
    <dgm:pt modelId="{B364B1C4-4A40-41F5-A254-3F083625CDA8}" type="parTrans" cxnId="{308F5E6E-7919-484E-94C3-0EC43BA5B019}">
      <dgm:prSet/>
      <dgm:spPr/>
      <dgm:t>
        <a:bodyPr/>
        <a:lstStyle/>
        <a:p>
          <a:endParaRPr lang="en-US"/>
        </a:p>
      </dgm:t>
    </dgm:pt>
    <dgm:pt modelId="{9CFA87CF-4317-4C46-8050-668771B56969}" type="sibTrans" cxnId="{308F5E6E-7919-484E-94C3-0EC43BA5B019}">
      <dgm:prSet/>
      <dgm:spPr/>
      <dgm:t>
        <a:bodyPr/>
        <a:lstStyle/>
        <a:p>
          <a:endParaRPr lang="en-US"/>
        </a:p>
      </dgm:t>
    </dgm:pt>
    <dgm:pt modelId="{5363096F-3262-42A0-811C-4FFA53CDCCB9}">
      <dgm:prSet/>
      <dgm:spPr/>
      <dgm:t>
        <a:bodyPr/>
        <a:lstStyle/>
        <a:p>
          <a:r>
            <a:rPr lang="en-US" b="1" dirty="0">
              <a:highlight>
                <a:srgbClr val="FFFF00"/>
              </a:highlight>
            </a:rPr>
            <a:t>When the null hypothesis is rejected the alternate hypothesis is accepted and vice versa.</a:t>
          </a:r>
          <a:endParaRPr lang="en-US" dirty="0">
            <a:highlight>
              <a:srgbClr val="FFFF00"/>
            </a:highlight>
          </a:endParaRPr>
        </a:p>
      </dgm:t>
    </dgm:pt>
    <dgm:pt modelId="{BD046364-E9F2-45DA-BF0F-CFB26A5DB592}" type="parTrans" cxnId="{D55A26A5-332B-46B9-B629-7B47BC3756FD}">
      <dgm:prSet/>
      <dgm:spPr/>
      <dgm:t>
        <a:bodyPr/>
        <a:lstStyle/>
        <a:p>
          <a:endParaRPr lang="en-US"/>
        </a:p>
      </dgm:t>
    </dgm:pt>
    <dgm:pt modelId="{D967D590-4BA1-4F55-85CE-3574038FFC94}" type="sibTrans" cxnId="{D55A26A5-332B-46B9-B629-7B47BC3756FD}">
      <dgm:prSet/>
      <dgm:spPr/>
      <dgm:t>
        <a:bodyPr/>
        <a:lstStyle/>
        <a:p>
          <a:endParaRPr lang="en-US"/>
        </a:p>
      </dgm:t>
    </dgm:pt>
    <dgm:pt modelId="{D74B538D-758A-413B-B594-E8F543D34678}" type="pres">
      <dgm:prSet presAssocID="{EA467CE5-3FC9-4441-912E-4E186B48B481}" presName="vert0" presStyleCnt="0">
        <dgm:presLayoutVars>
          <dgm:dir/>
          <dgm:animOne val="branch"/>
          <dgm:animLvl val="lvl"/>
        </dgm:presLayoutVars>
      </dgm:prSet>
      <dgm:spPr/>
    </dgm:pt>
    <dgm:pt modelId="{0C02A875-D8EB-4324-BEFA-AC666520C2F7}" type="pres">
      <dgm:prSet presAssocID="{A0C78655-D7C6-4F18-95EC-75DB87C41976}" presName="thickLine" presStyleLbl="alignNode1" presStyleIdx="0" presStyleCnt="3"/>
      <dgm:spPr/>
    </dgm:pt>
    <dgm:pt modelId="{7F9FAA41-509F-4589-88CD-55BD601A70F0}" type="pres">
      <dgm:prSet presAssocID="{A0C78655-D7C6-4F18-95EC-75DB87C41976}" presName="horz1" presStyleCnt="0"/>
      <dgm:spPr/>
    </dgm:pt>
    <dgm:pt modelId="{45EE4156-2A86-4D9A-8BC0-135E34DDEFBD}" type="pres">
      <dgm:prSet presAssocID="{A0C78655-D7C6-4F18-95EC-75DB87C41976}" presName="tx1" presStyleLbl="revTx" presStyleIdx="0" presStyleCnt="3"/>
      <dgm:spPr/>
    </dgm:pt>
    <dgm:pt modelId="{EF65A6CF-D4B2-45D1-92C4-5EBA5938F331}" type="pres">
      <dgm:prSet presAssocID="{A0C78655-D7C6-4F18-95EC-75DB87C41976}" presName="vert1" presStyleCnt="0"/>
      <dgm:spPr/>
    </dgm:pt>
    <dgm:pt modelId="{5963C0FE-1BEB-4512-9BCC-BF5AFF497E4D}" type="pres">
      <dgm:prSet presAssocID="{1995D29D-693D-44ED-8A56-47085C678CAD}" presName="thickLine" presStyleLbl="alignNode1" presStyleIdx="1" presStyleCnt="3"/>
      <dgm:spPr/>
    </dgm:pt>
    <dgm:pt modelId="{7DF93517-6B9E-45A7-B9C7-E50FEB98B549}" type="pres">
      <dgm:prSet presAssocID="{1995D29D-693D-44ED-8A56-47085C678CAD}" presName="horz1" presStyleCnt="0"/>
      <dgm:spPr/>
    </dgm:pt>
    <dgm:pt modelId="{EF23BDA0-A89D-47F4-9164-E5119FCF899E}" type="pres">
      <dgm:prSet presAssocID="{1995D29D-693D-44ED-8A56-47085C678CAD}" presName="tx1" presStyleLbl="revTx" presStyleIdx="1" presStyleCnt="3"/>
      <dgm:spPr/>
    </dgm:pt>
    <dgm:pt modelId="{44B36C05-1B1B-4CA4-A144-8BCE9211ED8F}" type="pres">
      <dgm:prSet presAssocID="{1995D29D-693D-44ED-8A56-47085C678CAD}" presName="vert1" presStyleCnt="0"/>
      <dgm:spPr/>
    </dgm:pt>
    <dgm:pt modelId="{7272B006-200D-41F6-BF0A-75E0EED2C801}" type="pres">
      <dgm:prSet presAssocID="{5363096F-3262-42A0-811C-4FFA53CDCCB9}" presName="thickLine" presStyleLbl="alignNode1" presStyleIdx="2" presStyleCnt="3"/>
      <dgm:spPr/>
    </dgm:pt>
    <dgm:pt modelId="{F3E78B9D-A922-4275-93F0-6C2546C163B4}" type="pres">
      <dgm:prSet presAssocID="{5363096F-3262-42A0-811C-4FFA53CDCCB9}" presName="horz1" presStyleCnt="0"/>
      <dgm:spPr/>
    </dgm:pt>
    <dgm:pt modelId="{DF73CC11-B34A-46A2-B23E-7CBE1F908FB9}" type="pres">
      <dgm:prSet presAssocID="{5363096F-3262-42A0-811C-4FFA53CDCCB9}" presName="tx1" presStyleLbl="revTx" presStyleIdx="2" presStyleCnt="3"/>
      <dgm:spPr/>
    </dgm:pt>
    <dgm:pt modelId="{200688E8-EC44-4A74-BD0F-0F9A5EC9997B}" type="pres">
      <dgm:prSet presAssocID="{5363096F-3262-42A0-811C-4FFA53CDCCB9}" presName="vert1" presStyleCnt="0"/>
      <dgm:spPr/>
    </dgm:pt>
  </dgm:ptLst>
  <dgm:cxnLst>
    <dgm:cxn modelId="{0AA05439-1C10-4BD9-BFE1-EE5CE61D7D8F}" type="presOf" srcId="{5363096F-3262-42A0-811C-4FFA53CDCCB9}" destId="{DF73CC11-B34A-46A2-B23E-7CBE1F908FB9}" srcOrd="0" destOrd="0" presId="urn:microsoft.com/office/officeart/2008/layout/LinedList"/>
    <dgm:cxn modelId="{308F5E6E-7919-484E-94C3-0EC43BA5B019}" srcId="{EA467CE5-3FC9-4441-912E-4E186B48B481}" destId="{1995D29D-693D-44ED-8A56-47085C678CAD}" srcOrd="1" destOrd="0" parTransId="{B364B1C4-4A40-41F5-A254-3F083625CDA8}" sibTransId="{9CFA87CF-4317-4C46-8050-668771B56969}"/>
    <dgm:cxn modelId="{4B1C7C51-AD3C-4E41-A14E-CA6066319968}" type="presOf" srcId="{EA467CE5-3FC9-4441-912E-4E186B48B481}" destId="{D74B538D-758A-413B-B594-E8F543D34678}" srcOrd="0" destOrd="0" presId="urn:microsoft.com/office/officeart/2008/layout/LinedList"/>
    <dgm:cxn modelId="{E22C457E-711D-4B34-A794-C4AA986A0489}" type="presOf" srcId="{1995D29D-693D-44ED-8A56-47085C678CAD}" destId="{EF23BDA0-A89D-47F4-9164-E5119FCF899E}" srcOrd="0" destOrd="0" presId="urn:microsoft.com/office/officeart/2008/layout/LinedList"/>
    <dgm:cxn modelId="{5BF07092-4CCD-48B6-B5E9-64B525BDCBCA}" type="presOf" srcId="{A0C78655-D7C6-4F18-95EC-75DB87C41976}" destId="{45EE4156-2A86-4D9A-8BC0-135E34DDEFBD}" srcOrd="0" destOrd="0" presId="urn:microsoft.com/office/officeart/2008/layout/LinedList"/>
    <dgm:cxn modelId="{D55A26A5-332B-46B9-B629-7B47BC3756FD}" srcId="{EA467CE5-3FC9-4441-912E-4E186B48B481}" destId="{5363096F-3262-42A0-811C-4FFA53CDCCB9}" srcOrd="2" destOrd="0" parTransId="{BD046364-E9F2-45DA-BF0F-CFB26A5DB592}" sibTransId="{D967D590-4BA1-4F55-85CE-3574038FFC94}"/>
    <dgm:cxn modelId="{BB8D67D7-E523-4FE0-8B44-F762F8C7974B}" srcId="{EA467CE5-3FC9-4441-912E-4E186B48B481}" destId="{A0C78655-D7C6-4F18-95EC-75DB87C41976}" srcOrd="0" destOrd="0" parTransId="{1D8EE49A-03F3-4493-9754-B2A804903F88}" sibTransId="{7BC125F2-F676-4F64-95A0-98CE2DBCF1A1}"/>
    <dgm:cxn modelId="{53426174-F022-4862-B386-B268CE1899E9}" type="presParOf" srcId="{D74B538D-758A-413B-B594-E8F543D34678}" destId="{0C02A875-D8EB-4324-BEFA-AC666520C2F7}" srcOrd="0" destOrd="0" presId="urn:microsoft.com/office/officeart/2008/layout/LinedList"/>
    <dgm:cxn modelId="{6852C0C0-B58D-4183-8363-850573FED32F}" type="presParOf" srcId="{D74B538D-758A-413B-B594-E8F543D34678}" destId="{7F9FAA41-509F-4589-88CD-55BD601A70F0}" srcOrd="1" destOrd="0" presId="urn:microsoft.com/office/officeart/2008/layout/LinedList"/>
    <dgm:cxn modelId="{3C429A74-6E0D-4D0B-B960-DBDEBA913811}" type="presParOf" srcId="{7F9FAA41-509F-4589-88CD-55BD601A70F0}" destId="{45EE4156-2A86-4D9A-8BC0-135E34DDEFBD}" srcOrd="0" destOrd="0" presId="urn:microsoft.com/office/officeart/2008/layout/LinedList"/>
    <dgm:cxn modelId="{D66FAF68-FBA2-4E7F-A262-C6D7EBE352F6}" type="presParOf" srcId="{7F9FAA41-509F-4589-88CD-55BD601A70F0}" destId="{EF65A6CF-D4B2-45D1-92C4-5EBA5938F331}" srcOrd="1" destOrd="0" presId="urn:microsoft.com/office/officeart/2008/layout/LinedList"/>
    <dgm:cxn modelId="{A7EE4667-F60C-402F-9785-4A45912163B0}" type="presParOf" srcId="{D74B538D-758A-413B-B594-E8F543D34678}" destId="{5963C0FE-1BEB-4512-9BCC-BF5AFF497E4D}" srcOrd="2" destOrd="0" presId="urn:microsoft.com/office/officeart/2008/layout/LinedList"/>
    <dgm:cxn modelId="{515F6820-D311-45C5-80E3-67D9A4B5BEC1}" type="presParOf" srcId="{D74B538D-758A-413B-B594-E8F543D34678}" destId="{7DF93517-6B9E-45A7-B9C7-E50FEB98B549}" srcOrd="3" destOrd="0" presId="urn:microsoft.com/office/officeart/2008/layout/LinedList"/>
    <dgm:cxn modelId="{CD5192C8-E7F2-4BDF-99C9-6AFF54DFD191}" type="presParOf" srcId="{7DF93517-6B9E-45A7-B9C7-E50FEB98B549}" destId="{EF23BDA0-A89D-47F4-9164-E5119FCF899E}" srcOrd="0" destOrd="0" presId="urn:microsoft.com/office/officeart/2008/layout/LinedList"/>
    <dgm:cxn modelId="{B806CD4B-75A6-4F1C-A6C9-44E85B5AF5F6}" type="presParOf" srcId="{7DF93517-6B9E-45A7-B9C7-E50FEB98B549}" destId="{44B36C05-1B1B-4CA4-A144-8BCE9211ED8F}" srcOrd="1" destOrd="0" presId="urn:microsoft.com/office/officeart/2008/layout/LinedList"/>
    <dgm:cxn modelId="{919B870D-00B8-458B-822B-1D2D2704FD49}" type="presParOf" srcId="{D74B538D-758A-413B-B594-E8F543D34678}" destId="{7272B006-200D-41F6-BF0A-75E0EED2C801}" srcOrd="4" destOrd="0" presId="urn:microsoft.com/office/officeart/2008/layout/LinedList"/>
    <dgm:cxn modelId="{B8FE26E8-731C-4EC9-93BD-43DF488BDE9E}" type="presParOf" srcId="{D74B538D-758A-413B-B594-E8F543D34678}" destId="{F3E78B9D-A922-4275-93F0-6C2546C163B4}" srcOrd="5" destOrd="0" presId="urn:microsoft.com/office/officeart/2008/layout/LinedList"/>
    <dgm:cxn modelId="{A0E9A273-1F1C-450D-99D3-0733292FECB2}" type="presParOf" srcId="{F3E78B9D-A922-4275-93F0-6C2546C163B4}" destId="{DF73CC11-B34A-46A2-B23E-7CBE1F908FB9}" srcOrd="0" destOrd="0" presId="urn:microsoft.com/office/officeart/2008/layout/LinedList"/>
    <dgm:cxn modelId="{DFD8524E-B51A-45F6-96B6-15773171AF7C}" type="presParOf" srcId="{F3E78B9D-A922-4275-93F0-6C2546C163B4}" destId="{200688E8-EC44-4A74-BD0F-0F9A5EC9997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3793126-275C-4105-9AC6-3E8CC7C1FE28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272BF80-B15B-41D3-B98A-01E5F10C5972}">
      <dgm:prSet custT="1"/>
      <dgm:spPr>
        <a:xfrm>
          <a:off x="2801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1. Formulate H₀ and H₁</a:t>
          </a:r>
        </a:p>
      </dgm:t>
    </dgm:pt>
    <dgm:pt modelId="{C2AAA2C8-534B-438E-AC89-1CD7B1B34FDB}" type="parTrans" cxnId="{5EDB7397-6B23-4F1C-BA7C-FB6F5605DCF3}">
      <dgm:prSet/>
      <dgm:spPr/>
      <dgm:t>
        <a:bodyPr/>
        <a:lstStyle/>
        <a:p>
          <a:endParaRPr lang="en-US" sz="2400"/>
        </a:p>
      </dgm:t>
    </dgm:pt>
    <dgm:pt modelId="{251FA6B0-9B02-4F03-96E8-880BEDA9DC4A}" type="sibTrans" cxnId="{5EDB7397-6B23-4F1C-BA7C-FB6F5605DCF3}">
      <dgm:prSet phldrT="1" phldr="0" custT="1"/>
      <dgm:spPr>
        <a:xfrm>
          <a:off x="442649" y="1247041"/>
          <a:ext cx="637020" cy="637020"/>
        </a:xfrm>
        <a:prstGeom prst="ellipse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1</a:t>
          </a:r>
        </a:p>
      </dgm:t>
    </dgm:pt>
    <dgm:pt modelId="{527ACD2C-3D1A-4F4E-ADAC-2E0CF11CB429}">
      <dgm:prSet custT="1"/>
      <dgm:spPr>
        <a:xfrm>
          <a:off x="1671189" y="1034701"/>
          <a:ext cx="1516716" cy="2123402"/>
        </a:xfrm>
        <a:prstGeom prst="rect">
          <a:avLst/>
        </a:prstGeom>
        <a:solidFill>
          <a:srgbClr val="FFFF00">
            <a:alpha val="90000"/>
          </a:srgbClr>
        </a:solidFill>
        <a:ln w="25400" cap="flat" cmpd="sng" algn="ctr">
          <a:solidFill>
            <a:srgbClr val="C0504D">
              <a:tint val="40000"/>
              <a:alpha val="90000"/>
              <a:hueOff val="1256455"/>
              <a:satOff val="-1094"/>
              <a:lumOff val="-1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36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2. Choose α</a:t>
          </a:r>
        </a:p>
      </dgm:t>
    </dgm:pt>
    <dgm:pt modelId="{B0CE9C4D-88A5-45AE-AA9D-4D9A776439F1}" type="parTrans" cxnId="{82A4D16A-BF27-4AAD-8F90-16592DEB6686}">
      <dgm:prSet/>
      <dgm:spPr/>
      <dgm:t>
        <a:bodyPr/>
        <a:lstStyle/>
        <a:p>
          <a:endParaRPr lang="en-US" sz="2400"/>
        </a:p>
      </dgm:t>
    </dgm:pt>
    <dgm:pt modelId="{D45242D8-A887-446C-B376-892C86E41701}" type="sibTrans" cxnId="{82A4D16A-BF27-4AAD-8F90-16592DEB6686}">
      <dgm:prSet phldrT="2" phldr="0" custT="1"/>
      <dgm:spPr>
        <a:xfrm>
          <a:off x="2111037" y="1247041"/>
          <a:ext cx="637020" cy="637020"/>
        </a:xfrm>
        <a:prstGeom prst="ellipse">
          <a:avLst/>
        </a:prstGeom>
        <a:solidFill>
          <a:srgbClr val="C0504D">
            <a:hueOff val="1040338"/>
            <a:satOff val="-1298"/>
            <a:lumOff val="305"/>
            <a:alphaOff val="0"/>
          </a:srgbClr>
        </a:solidFill>
        <a:ln w="25400" cap="flat" cmpd="sng" algn="ctr">
          <a:solidFill>
            <a:srgbClr val="C0504D">
              <a:hueOff val="1040338"/>
              <a:satOff val="-1298"/>
              <a:lumOff val="305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2</a:t>
          </a:r>
        </a:p>
      </dgm:t>
    </dgm:pt>
    <dgm:pt modelId="{9A15EDEE-F983-4250-94D5-CFF6F635A413}">
      <dgm:prSet custT="1"/>
      <dgm:spPr>
        <a:xfrm>
          <a:off x="3339577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2512910"/>
            <a:satOff val="-2189"/>
            <a:lumOff val="-3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2512910"/>
              <a:satOff val="-2189"/>
              <a:lumOff val="-3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3. Select Test</a:t>
          </a:r>
        </a:p>
      </dgm:t>
    </dgm:pt>
    <dgm:pt modelId="{0865333E-710E-4274-8A9F-8828D714E85B}" type="parTrans" cxnId="{3E26F86A-B0E6-4DE3-8AEC-77CBB835B9E6}">
      <dgm:prSet/>
      <dgm:spPr/>
      <dgm:t>
        <a:bodyPr/>
        <a:lstStyle/>
        <a:p>
          <a:endParaRPr lang="en-US" sz="2400"/>
        </a:p>
      </dgm:t>
    </dgm:pt>
    <dgm:pt modelId="{8ABA5563-B33F-4ED8-8F29-FEEAEA20B4FF}" type="sibTrans" cxnId="{3E26F86A-B0E6-4DE3-8AEC-77CBB835B9E6}">
      <dgm:prSet phldrT="3" phldr="0" custT="1"/>
      <dgm:spPr>
        <a:xfrm>
          <a:off x="3779425" y="1247041"/>
          <a:ext cx="637020" cy="637020"/>
        </a:xfrm>
        <a:prstGeom prst="ellipse">
          <a:avLst/>
        </a:prstGeom>
        <a:solidFill>
          <a:srgbClr val="C0504D">
            <a:hueOff val="2080675"/>
            <a:satOff val="-2595"/>
            <a:lumOff val="610"/>
            <a:alphaOff val="0"/>
          </a:srgbClr>
        </a:solidFill>
        <a:ln w="25400" cap="flat" cmpd="sng" algn="ctr">
          <a:solidFill>
            <a:srgbClr val="C0504D">
              <a:hueOff val="2080675"/>
              <a:satOff val="-2595"/>
              <a:lumOff val="61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3</a:t>
          </a:r>
        </a:p>
      </dgm:t>
    </dgm:pt>
    <dgm:pt modelId="{10D4076C-31F4-4AC5-9E7D-358D5C5EBEDC}">
      <dgm:prSet custT="1"/>
      <dgm:spPr>
        <a:xfrm>
          <a:off x="5007965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3769366"/>
            <a:satOff val="-3283"/>
            <a:lumOff val="-4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3769366"/>
              <a:satOff val="-3283"/>
              <a:lumOff val="-4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4. Calculate Test Statistic</a:t>
          </a:r>
        </a:p>
      </dgm:t>
    </dgm:pt>
    <dgm:pt modelId="{66D82C1A-FF0B-4962-8AF2-DEE0D6B2954B}" type="parTrans" cxnId="{8E304737-40C9-417D-B62C-D12184BE209A}">
      <dgm:prSet/>
      <dgm:spPr/>
      <dgm:t>
        <a:bodyPr/>
        <a:lstStyle/>
        <a:p>
          <a:endParaRPr lang="en-US" sz="2400"/>
        </a:p>
      </dgm:t>
    </dgm:pt>
    <dgm:pt modelId="{0320836D-D6B6-4442-A8E0-C4ADF4E4FBB5}" type="sibTrans" cxnId="{8E304737-40C9-417D-B62C-D12184BE209A}">
      <dgm:prSet phldrT="4" phldr="0" custT="1"/>
      <dgm:spPr>
        <a:xfrm>
          <a:off x="5447813" y="1247041"/>
          <a:ext cx="637020" cy="637020"/>
        </a:xfrm>
        <a:prstGeom prst="ellipse">
          <a:avLst/>
        </a:prstGeom>
        <a:solidFill>
          <a:srgbClr val="C0504D">
            <a:hueOff val="3121013"/>
            <a:satOff val="-3893"/>
            <a:lumOff val="915"/>
            <a:alphaOff val="0"/>
          </a:srgbClr>
        </a:solidFill>
        <a:ln w="25400" cap="flat" cmpd="sng" algn="ctr">
          <a:solidFill>
            <a:srgbClr val="C0504D">
              <a:hueOff val="3121013"/>
              <a:satOff val="-3893"/>
              <a:lumOff val="915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4</a:t>
          </a:r>
        </a:p>
      </dgm:t>
    </dgm:pt>
    <dgm:pt modelId="{5C54DA42-9DF7-4B89-AE29-D208BD838CE4}">
      <dgm:prSet custT="1"/>
      <dgm:spPr>
        <a:xfrm>
          <a:off x="6676353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5025821"/>
            <a:satOff val="-4378"/>
            <a:lumOff val="-6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5025821"/>
              <a:satOff val="-4378"/>
              <a:lumOff val="-6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5. Make Decision</a:t>
          </a:r>
        </a:p>
      </dgm:t>
    </dgm:pt>
    <dgm:pt modelId="{DC8584D3-6C21-479D-B929-2F465C070C1D}" type="parTrans" cxnId="{A83FC9F7-8B72-404E-8675-4C1BD12762D3}">
      <dgm:prSet/>
      <dgm:spPr/>
      <dgm:t>
        <a:bodyPr/>
        <a:lstStyle/>
        <a:p>
          <a:endParaRPr lang="en-US" sz="2400"/>
        </a:p>
      </dgm:t>
    </dgm:pt>
    <dgm:pt modelId="{09300398-15EE-47DB-902E-E2AC68FFA4CE}" type="sibTrans" cxnId="{A83FC9F7-8B72-404E-8675-4C1BD12762D3}">
      <dgm:prSet phldrT="5" phldr="0" custT="1"/>
      <dgm:spPr>
        <a:xfrm>
          <a:off x="7116201" y="1247041"/>
          <a:ext cx="637020" cy="637020"/>
        </a:xfrm>
        <a:prstGeom prst="ellipse">
          <a:avLst/>
        </a:prstGeom>
        <a:solidFill>
          <a:srgbClr val="C0504D">
            <a:hueOff val="4161350"/>
            <a:satOff val="-5190"/>
            <a:lumOff val="1220"/>
            <a:alphaOff val="0"/>
          </a:srgbClr>
        </a:solidFill>
        <a:ln w="25400" cap="flat" cmpd="sng" algn="ctr">
          <a:solidFill>
            <a:srgbClr val="C0504D">
              <a:hueOff val="4161350"/>
              <a:satOff val="-5190"/>
              <a:lumOff val="122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5</a:t>
          </a:r>
        </a:p>
      </dgm:t>
    </dgm:pt>
    <dgm:pt modelId="{B21A0E6E-B807-446B-BBB0-091E49A5ECC4}" type="pres">
      <dgm:prSet presAssocID="{63793126-275C-4105-9AC6-3E8CC7C1FE28}" presName="Name0" presStyleCnt="0">
        <dgm:presLayoutVars>
          <dgm:animLvl val="lvl"/>
          <dgm:resizeHandles val="exact"/>
        </dgm:presLayoutVars>
      </dgm:prSet>
      <dgm:spPr/>
    </dgm:pt>
    <dgm:pt modelId="{687830B8-87D9-439C-A0F6-42855F016002}" type="pres">
      <dgm:prSet presAssocID="{2272BF80-B15B-41D3-B98A-01E5F10C5972}" presName="compositeNode" presStyleCnt="0">
        <dgm:presLayoutVars>
          <dgm:bulletEnabled val="1"/>
        </dgm:presLayoutVars>
      </dgm:prSet>
      <dgm:spPr/>
    </dgm:pt>
    <dgm:pt modelId="{0A469CC7-1368-443F-99BE-B318A37FD825}" type="pres">
      <dgm:prSet presAssocID="{2272BF80-B15B-41D3-B98A-01E5F10C5972}" presName="bgRect" presStyleLbl="bgAccFollowNode1" presStyleIdx="0" presStyleCnt="5"/>
      <dgm:spPr/>
    </dgm:pt>
    <dgm:pt modelId="{7769DB0C-F4C5-43F4-A2EE-C59E985FA7D1}" type="pres">
      <dgm:prSet presAssocID="{251FA6B0-9B02-4F03-96E8-880BEDA9DC4A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676BAA43-BB4F-44FD-8F7F-BAB3B4D8CE05}" type="pres">
      <dgm:prSet presAssocID="{2272BF80-B15B-41D3-B98A-01E5F10C5972}" presName="bottomLine" presStyleLbl="alignNode1" presStyleIdx="1" presStyleCnt="10">
        <dgm:presLayoutVars/>
      </dgm:prSet>
      <dgm:spPr>
        <a:xfrm>
          <a:off x="2801" y="3158031"/>
          <a:ext cx="1516716" cy="72"/>
        </a:xfrm>
        <a:prstGeom prst="rect">
          <a:avLst/>
        </a:prstGeom>
        <a:solidFill>
          <a:srgbClr val="C0504D">
            <a:hueOff val="520169"/>
            <a:satOff val="-649"/>
            <a:lumOff val="153"/>
            <a:alphaOff val="0"/>
          </a:srgbClr>
        </a:solidFill>
        <a:ln w="25400" cap="flat" cmpd="sng" algn="ctr">
          <a:solidFill>
            <a:srgbClr val="C0504D">
              <a:hueOff val="520169"/>
              <a:satOff val="-649"/>
              <a:lumOff val="153"/>
              <a:alphaOff val="0"/>
            </a:srgbClr>
          </a:solidFill>
          <a:prstDash val="solid"/>
        </a:ln>
        <a:effectLst/>
      </dgm:spPr>
    </dgm:pt>
    <dgm:pt modelId="{A79AB681-99BB-4B4F-99DB-64183A771F7F}" type="pres">
      <dgm:prSet presAssocID="{2272BF80-B15B-41D3-B98A-01E5F10C5972}" presName="nodeText" presStyleLbl="bgAccFollowNode1" presStyleIdx="0" presStyleCnt="5">
        <dgm:presLayoutVars>
          <dgm:bulletEnabled val="1"/>
        </dgm:presLayoutVars>
      </dgm:prSet>
      <dgm:spPr/>
    </dgm:pt>
    <dgm:pt modelId="{8CE687C0-EE9C-425A-A2B5-AD86850387FF}" type="pres">
      <dgm:prSet presAssocID="{251FA6B0-9B02-4F03-96E8-880BEDA9DC4A}" presName="sibTrans" presStyleCnt="0"/>
      <dgm:spPr/>
    </dgm:pt>
    <dgm:pt modelId="{7B8AAD21-3096-4C22-933B-07B68F3E6B8E}" type="pres">
      <dgm:prSet presAssocID="{527ACD2C-3D1A-4F4E-ADAC-2E0CF11CB429}" presName="compositeNode" presStyleCnt="0">
        <dgm:presLayoutVars>
          <dgm:bulletEnabled val="1"/>
        </dgm:presLayoutVars>
      </dgm:prSet>
      <dgm:spPr/>
    </dgm:pt>
    <dgm:pt modelId="{CCAA77D6-3105-4844-8CDB-FB625AF2EBD8}" type="pres">
      <dgm:prSet presAssocID="{527ACD2C-3D1A-4F4E-ADAC-2E0CF11CB429}" presName="bgRect" presStyleLbl="bgAccFollowNode1" presStyleIdx="1" presStyleCnt="5"/>
      <dgm:spPr/>
    </dgm:pt>
    <dgm:pt modelId="{2B5F2ECC-A55D-4DAE-A8F2-B779FA86D71D}" type="pres">
      <dgm:prSet presAssocID="{D45242D8-A887-446C-B376-892C86E41701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0F547E79-2523-4DB3-9C08-95DD27A51AC4}" type="pres">
      <dgm:prSet presAssocID="{527ACD2C-3D1A-4F4E-ADAC-2E0CF11CB429}" presName="bottomLine" presStyleLbl="alignNode1" presStyleIdx="3" presStyleCnt="10">
        <dgm:presLayoutVars/>
      </dgm:prSet>
      <dgm:spPr>
        <a:xfrm>
          <a:off x="1671189" y="3158031"/>
          <a:ext cx="1516716" cy="72"/>
        </a:xfrm>
        <a:prstGeom prst="rect">
          <a:avLst/>
        </a:prstGeom>
        <a:solidFill>
          <a:srgbClr val="C0504D">
            <a:hueOff val="1560506"/>
            <a:satOff val="-1946"/>
            <a:lumOff val="458"/>
            <a:alphaOff val="0"/>
          </a:srgbClr>
        </a:solidFill>
        <a:ln w="25400" cap="flat" cmpd="sng" algn="ctr">
          <a:solidFill>
            <a:srgbClr val="C0504D">
              <a:hueOff val="1560506"/>
              <a:satOff val="-1946"/>
              <a:lumOff val="458"/>
              <a:alphaOff val="0"/>
            </a:srgbClr>
          </a:solidFill>
          <a:prstDash val="solid"/>
        </a:ln>
        <a:effectLst/>
      </dgm:spPr>
    </dgm:pt>
    <dgm:pt modelId="{4DA62905-7560-4BF9-A094-CC9446E5BA1A}" type="pres">
      <dgm:prSet presAssocID="{527ACD2C-3D1A-4F4E-ADAC-2E0CF11CB429}" presName="nodeText" presStyleLbl="bgAccFollowNode1" presStyleIdx="1" presStyleCnt="5">
        <dgm:presLayoutVars>
          <dgm:bulletEnabled val="1"/>
        </dgm:presLayoutVars>
      </dgm:prSet>
      <dgm:spPr/>
    </dgm:pt>
    <dgm:pt modelId="{26EE6001-67E2-4140-9262-68B17706FA51}" type="pres">
      <dgm:prSet presAssocID="{D45242D8-A887-446C-B376-892C86E41701}" presName="sibTrans" presStyleCnt="0"/>
      <dgm:spPr/>
    </dgm:pt>
    <dgm:pt modelId="{77B6F255-22B5-4748-8F3D-23282DA77972}" type="pres">
      <dgm:prSet presAssocID="{9A15EDEE-F983-4250-94D5-CFF6F635A413}" presName="compositeNode" presStyleCnt="0">
        <dgm:presLayoutVars>
          <dgm:bulletEnabled val="1"/>
        </dgm:presLayoutVars>
      </dgm:prSet>
      <dgm:spPr/>
    </dgm:pt>
    <dgm:pt modelId="{A83466D0-E506-4378-9B7F-301CCCA9AA58}" type="pres">
      <dgm:prSet presAssocID="{9A15EDEE-F983-4250-94D5-CFF6F635A413}" presName="bgRect" presStyleLbl="bgAccFollowNode1" presStyleIdx="2" presStyleCnt="5"/>
      <dgm:spPr/>
    </dgm:pt>
    <dgm:pt modelId="{D5BFD8C4-B0B0-4D99-8A71-1E878B2E3CA9}" type="pres">
      <dgm:prSet presAssocID="{8ABA5563-B33F-4ED8-8F29-FEEAEA20B4FF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FBB7C4FD-8A9F-4AD2-82BE-0373CF9AA0DF}" type="pres">
      <dgm:prSet presAssocID="{9A15EDEE-F983-4250-94D5-CFF6F635A413}" presName="bottomLine" presStyleLbl="alignNode1" presStyleIdx="5" presStyleCnt="10">
        <dgm:presLayoutVars/>
      </dgm:prSet>
      <dgm:spPr>
        <a:xfrm>
          <a:off x="3339577" y="3158031"/>
          <a:ext cx="1516716" cy="72"/>
        </a:xfrm>
        <a:prstGeom prst="rect">
          <a:avLst/>
        </a:prstGeom>
        <a:solidFill>
          <a:srgbClr val="C0504D">
            <a:hueOff val="2600844"/>
            <a:satOff val="-3244"/>
            <a:lumOff val="763"/>
            <a:alphaOff val="0"/>
          </a:srgbClr>
        </a:solidFill>
        <a:ln w="25400" cap="flat" cmpd="sng" algn="ctr">
          <a:solidFill>
            <a:srgbClr val="C0504D">
              <a:hueOff val="2600844"/>
              <a:satOff val="-3244"/>
              <a:lumOff val="763"/>
              <a:alphaOff val="0"/>
            </a:srgbClr>
          </a:solidFill>
          <a:prstDash val="solid"/>
        </a:ln>
        <a:effectLst/>
      </dgm:spPr>
    </dgm:pt>
    <dgm:pt modelId="{0EDF6403-EC00-4F95-9F87-69EB720042A9}" type="pres">
      <dgm:prSet presAssocID="{9A15EDEE-F983-4250-94D5-CFF6F635A413}" presName="nodeText" presStyleLbl="bgAccFollowNode1" presStyleIdx="2" presStyleCnt="5">
        <dgm:presLayoutVars>
          <dgm:bulletEnabled val="1"/>
        </dgm:presLayoutVars>
      </dgm:prSet>
      <dgm:spPr/>
    </dgm:pt>
    <dgm:pt modelId="{89C4421D-D6E9-457C-9B10-87EF5AE54EE2}" type="pres">
      <dgm:prSet presAssocID="{8ABA5563-B33F-4ED8-8F29-FEEAEA20B4FF}" presName="sibTrans" presStyleCnt="0"/>
      <dgm:spPr/>
    </dgm:pt>
    <dgm:pt modelId="{58CE3DD2-7C37-4780-A232-64B411CD5C2A}" type="pres">
      <dgm:prSet presAssocID="{10D4076C-31F4-4AC5-9E7D-358D5C5EBEDC}" presName="compositeNode" presStyleCnt="0">
        <dgm:presLayoutVars>
          <dgm:bulletEnabled val="1"/>
        </dgm:presLayoutVars>
      </dgm:prSet>
      <dgm:spPr/>
    </dgm:pt>
    <dgm:pt modelId="{05B08170-2A51-4B84-8E36-316A2FB8E2A8}" type="pres">
      <dgm:prSet presAssocID="{10D4076C-31F4-4AC5-9E7D-358D5C5EBEDC}" presName="bgRect" presStyleLbl="bgAccFollowNode1" presStyleIdx="3" presStyleCnt="5"/>
      <dgm:spPr/>
    </dgm:pt>
    <dgm:pt modelId="{0349DC70-AA64-453F-AC82-88C5373EC56D}" type="pres">
      <dgm:prSet presAssocID="{0320836D-D6B6-4442-A8E0-C4ADF4E4FBB5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68014E59-C244-40B8-9FD9-89F7A544623F}" type="pres">
      <dgm:prSet presAssocID="{10D4076C-31F4-4AC5-9E7D-358D5C5EBEDC}" presName="bottomLine" presStyleLbl="alignNode1" presStyleIdx="7" presStyleCnt="10">
        <dgm:presLayoutVars/>
      </dgm:prSet>
      <dgm:spPr>
        <a:xfrm>
          <a:off x="5007965" y="3158031"/>
          <a:ext cx="1516716" cy="72"/>
        </a:xfrm>
        <a:prstGeom prst="rect">
          <a:avLst/>
        </a:prstGeom>
        <a:solidFill>
          <a:srgbClr val="C0504D">
            <a:hueOff val="3641181"/>
            <a:satOff val="-4541"/>
            <a:lumOff val="1068"/>
            <a:alphaOff val="0"/>
          </a:srgbClr>
        </a:solidFill>
        <a:ln w="25400" cap="flat" cmpd="sng" algn="ctr">
          <a:solidFill>
            <a:srgbClr val="C0504D">
              <a:hueOff val="3641181"/>
              <a:satOff val="-4541"/>
              <a:lumOff val="1068"/>
              <a:alphaOff val="0"/>
            </a:srgbClr>
          </a:solidFill>
          <a:prstDash val="solid"/>
        </a:ln>
        <a:effectLst/>
      </dgm:spPr>
    </dgm:pt>
    <dgm:pt modelId="{BC9710CB-0917-4677-9D54-6DD24C5C3439}" type="pres">
      <dgm:prSet presAssocID="{10D4076C-31F4-4AC5-9E7D-358D5C5EBEDC}" presName="nodeText" presStyleLbl="bgAccFollowNode1" presStyleIdx="3" presStyleCnt="5">
        <dgm:presLayoutVars>
          <dgm:bulletEnabled val="1"/>
        </dgm:presLayoutVars>
      </dgm:prSet>
      <dgm:spPr/>
    </dgm:pt>
    <dgm:pt modelId="{F1FDFD07-7069-4B72-8AD7-07C40EACAEBD}" type="pres">
      <dgm:prSet presAssocID="{0320836D-D6B6-4442-A8E0-C4ADF4E4FBB5}" presName="sibTrans" presStyleCnt="0"/>
      <dgm:spPr/>
    </dgm:pt>
    <dgm:pt modelId="{63761A0A-20D0-4BB4-A1C2-2C736FF29734}" type="pres">
      <dgm:prSet presAssocID="{5C54DA42-9DF7-4B89-AE29-D208BD838CE4}" presName="compositeNode" presStyleCnt="0">
        <dgm:presLayoutVars>
          <dgm:bulletEnabled val="1"/>
        </dgm:presLayoutVars>
      </dgm:prSet>
      <dgm:spPr/>
    </dgm:pt>
    <dgm:pt modelId="{16E6F7E5-197D-4AF7-A828-70AA8147B344}" type="pres">
      <dgm:prSet presAssocID="{5C54DA42-9DF7-4B89-AE29-D208BD838CE4}" presName="bgRect" presStyleLbl="bgAccFollowNode1" presStyleIdx="4" presStyleCnt="5"/>
      <dgm:spPr/>
    </dgm:pt>
    <dgm:pt modelId="{9B697E99-C80F-4754-858A-F159AEA84C88}" type="pres">
      <dgm:prSet presAssocID="{09300398-15EE-47DB-902E-E2AC68FFA4CE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A196F8AA-22A8-4A31-94A4-0BFEDF4CB880}" type="pres">
      <dgm:prSet presAssocID="{5C54DA42-9DF7-4B89-AE29-D208BD838CE4}" presName="bottomLine" presStyleLbl="alignNode1" presStyleIdx="9" presStyleCnt="10">
        <dgm:presLayoutVars/>
      </dgm:prSet>
      <dgm:spPr>
        <a:xfrm>
          <a:off x="6676353" y="3158031"/>
          <a:ext cx="1516716" cy="72"/>
        </a:xfrm>
        <a:prstGeom prst="rect">
          <a:avLst/>
        </a:prstGeom>
        <a:solidFill>
          <a:srgbClr val="C0504D">
            <a:hueOff val="4681519"/>
            <a:satOff val="-5839"/>
            <a:lumOff val="1373"/>
            <a:alphaOff val="0"/>
          </a:srgbClr>
        </a:solidFill>
        <a:ln w="25400" cap="flat" cmpd="sng" algn="ctr">
          <a:solidFill>
            <a:srgbClr val="C0504D">
              <a:hueOff val="4681519"/>
              <a:satOff val="-5839"/>
              <a:lumOff val="1373"/>
              <a:alphaOff val="0"/>
            </a:srgbClr>
          </a:solidFill>
          <a:prstDash val="solid"/>
        </a:ln>
        <a:effectLst/>
      </dgm:spPr>
    </dgm:pt>
    <dgm:pt modelId="{2B22DDA2-9114-4144-985F-2FC2B16D35C1}" type="pres">
      <dgm:prSet presAssocID="{5C54DA42-9DF7-4B89-AE29-D208BD838CE4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2D51A512-B220-4C03-89B3-A97817643805}" type="presOf" srcId="{10D4076C-31F4-4AC5-9E7D-358D5C5EBEDC}" destId="{BC9710CB-0917-4677-9D54-6DD24C5C3439}" srcOrd="1" destOrd="0" presId="urn:microsoft.com/office/officeart/2016/7/layout/BasicLinearProcessNumbered"/>
    <dgm:cxn modelId="{832BDC17-CCEA-42CB-B1D4-B94768790CB0}" type="presOf" srcId="{0320836D-D6B6-4442-A8E0-C4ADF4E4FBB5}" destId="{0349DC70-AA64-453F-AC82-88C5373EC56D}" srcOrd="0" destOrd="0" presId="urn:microsoft.com/office/officeart/2016/7/layout/BasicLinearProcessNumbered"/>
    <dgm:cxn modelId="{5DF9AB1A-D542-4F50-8C2A-08566BC748D6}" type="presOf" srcId="{10D4076C-31F4-4AC5-9E7D-358D5C5EBEDC}" destId="{05B08170-2A51-4B84-8E36-316A2FB8E2A8}" srcOrd="0" destOrd="0" presId="urn:microsoft.com/office/officeart/2016/7/layout/BasicLinearProcessNumbered"/>
    <dgm:cxn modelId="{8368C729-F0FD-4D74-8233-AF3DF9528B19}" type="presOf" srcId="{5C54DA42-9DF7-4B89-AE29-D208BD838CE4}" destId="{2B22DDA2-9114-4144-985F-2FC2B16D35C1}" srcOrd="1" destOrd="0" presId="urn:microsoft.com/office/officeart/2016/7/layout/BasicLinearProcessNumbered"/>
    <dgm:cxn modelId="{696A4A30-0697-4365-9CF8-B6082B48075D}" type="presOf" srcId="{2272BF80-B15B-41D3-B98A-01E5F10C5972}" destId="{A79AB681-99BB-4B4F-99DB-64183A771F7F}" srcOrd="1" destOrd="0" presId="urn:microsoft.com/office/officeart/2016/7/layout/BasicLinearProcessNumbered"/>
    <dgm:cxn modelId="{8E304737-40C9-417D-B62C-D12184BE209A}" srcId="{63793126-275C-4105-9AC6-3E8CC7C1FE28}" destId="{10D4076C-31F4-4AC5-9E7D-358D5C5EBEDC}" srcOrd="3" destOrd="0" parTransId="{66D82C1A-FF0B-4962-8AF2-DEE0D6B2954B}" sibTransId="{0320836D-D6B6-4442-A8E0-C4ADF4E4FBB5}"/>
    <dgm:cxn modelId="{82A4D16A-BF27-4AAD-8F90-16592DEB6686}" srcId="{63793126-275C-4105-9AC6-3E8CC7C1FE28}" destId="{527ACD2C-3D1A-4F4E-ADAC-2E0CF11CB429}" srcOrd="1" destOrd="0" parTransId="{B0CE9C4D-88A5-45AE-AA9D-4D9A776439F1}" sibTransId="{D45242D8-A887-446C-B376-892C86E41701}"/>
    <dgm:cxn modelId="{3E26F86A-B0E6-4DE3-8AEC-77CBB835B9E6}" srcId="{63793126-275C-4105-9AC6-3E8CC7C1FE28}" destId="{9A15EDEE-F983-4250-94D5-CFF6F635A413}" srcOrd="2" destOrd="0" parTransId="{0865333E-710E-4274-8A9F-8828D714E85B}" sibTransId="{8ABA5563-B33F-4ED8-8F29-FEEAEA20B4FF}"/>
    <dgm:cxn modelId="{4619554F-1E04-4F7B-BB04-F888132A816E}" type="presOf" srcId="{D45242D8-A887-446C-B376-892C86E41701}" destId="{2B5F2ECC-A55D-4DAE-A8F2-B779FA86D71D}" srcOrd="0" destOrd="0" presId="urn:microsoft.com/office/officeart/2016/7/layout/BasicLinearProcessNumbered"/>
    <dgm:cxn modelId="{37245B70-8A11-43DE-9244-E1959D7B0760}" type="presOf" srcId="{2272BF80-B15B-41D3-B98A-01E5F10C5972}" destId="{0A469CC7-1368-443F-99BE-B318A37FD825}" srcOrd="0" destOrd="0" presId="urn:microsoft.com/office/officeart/2016/7/layout/BasicLinearProcessNumbered"/>
    <dgm:cxn modelId="{5EDB7397-6B23-4F1C-BA7C-FB6F5605DCF3}" srcId="{63793126-275C-4105-9AC6-3E8CC7C1FE28}" destId="{2272BF80-B15B-41D3-B98A-01E5F10C5972}" srcOrd="0" destOrd="0" parTransId="{C2AAA2C8-534B-438E-AC89-1CD7B1B34FDB}" sibTransId="{251FA6B0-9B02-4F03-96E8-880BEDA9DC4A}"/>
    <dgm:cxn modelId="{84E5CC9E-FD2E-4C03-8A29-F792AF15B1EC}" type="presOf" srcId="{09300398-15EE-47DB-902E-E2AC68FFA4CE}" destId="{9B697E99-C80F-4754-858A-F159AEA84C88}" srcOrd="0" destOrd="0" presId="urn:microsoft.com/office/officeart/2016/7/layout/BasicLinearProcessNumbered"/>
    <dgm:cxn modelId="{74CEF0A6-BE43-4227-89CC-3C7ED10104A6}" type="presOf" srcId="{63793126-275C-4105-9AC6-3E8CC7C1FE28}" destId="{B21A0E6E-B807-446B-BBB0-091E49A5ECC4}" srcOrd="0" destOrd="0" presId="urn:microsoft.com/office/officeart/2016/7/layout/BasicLinearProcessNumbered"/>
    <dgm:cxn modelId="{05AD7FA8-5FE8-44AF-942E-061319EE960B}" type="presOf" srcId="{527ACD2C-3D1A-4F4E-ADAC-2E0CF11CB429}" destId="{CCAA77D6-3105-4844-8CDB-FB625AF2EBD8}" srcOrd="0" destOrd="0" presId="urn:microsoft.com/office/officeart/2016/7/layout/BasicLinearProcessNumbered"/>
    <dgm:cxn modelId="{042D34B9-1FEB-4D2A-84FA-C4A0C4D262B8}" type="presOf" srcId="{8ABA5563-B33F-4ED8-8F29-FEEAEA20B4FF}" destId="{D5BFD8C4-B0B0-4D99-8A71-1E878B2E3CA9}" srcOrd="0" destOrd="0" presId="urn:microsoft.com/office/officeart/2016/7/layout/BasicLinearProcessNumbered"/>
    <dgm:cxn modelId="{8C0AB2BA-32D2-498A-AE8C-024928A37B3E}" type="presOf" srcId="{527ACD2C-3D1A-4F4E-ADAC-2E0CF11CB429}" destId="{4DA62905-7560-4BF9-A094-CC9446E5BA1A}" srcOrd="1" destOrd="0" presId="urn:microsoft.com/office/officeart/2016/7/layout/BasicLinearProcessNumbered"/>
    <dgm:cxn modelId="{270D17BD-654D-44EE-A126-B0418BF04FFF}" type="presOf" srcId="{9A15EDEE-F983-4250-94D5-CFF6F635A413}" destId="{0EDF6403-EC00-4F95-9F87-69EB720042A9}" srcOrd="1" destOrd="0" presId="urn:microsoft.com/office/officeart/2016/7/layout/BasicLinearProcessNumbered"/>
    <dgm:cxn modelId="{008C22DE-886B-4A2B-AE6C-B88D8C0FE503}" type="presOf" srcId="{5C54DA42-9DF7-4B89-AE29-D208BD838CE4}" destId="{16E6F7E5-197D-4AF7-A828-70AA8147B344}" srcOrd="0" destOrd="0" presId="urn:microsoft.com/office/officeart/2016/7/layout/BasicLinearProcessNumbered"/>
    <dgm:cxn modelId="{727011E6-C211-4B3E-A418-7B7EC55039BD}" type="presOf" srcId="{9A15EDEE-F983-4250-94D5-CFF6F635A413}" destId="{A83466D0-E506-4378-9B7F-301CCCA9AA58}" srcOrd="0" destOrd="0" presId="urn:microsoft.com/office/officeart/2016/7/layout/BasicLinearProcessNumbered"/>
    <dgm:cxn modelId="{F1BFC6F6-DA81-460A-B106-0F9182957528}" type="presOf" srcId="{251FA6B0-9B02-4F03-96E8-880BEDA9DC4A}" destId="{7769DB0C-F4C5-43F4-A2EE-C59E985FA7D1}" srcOrd="0" destOrd="0" presId="urn:microsoft.com/office/officeart/2016/7/layout/BasicLinearProcessNumbered"/>
    <dgm:cxn modelId="{A83FC9F7-8B72-404E-8675-4C1BD12762D3}" srcId="{63793126-275C-4105-9AC6-3E8CC7C1FE28}" destId="{5C54DA42-9DF7-4B89-AE29-D208BD838CE4}" srcOrd="4" destOrd="0" parTransId="{DC8584D3-6C21-479D-B929-2F465C070C1D}" sibTransId="{09300398-15EE-47DB-902E-E2AC68FFA4CE}"/>
    <dgm:cxn modelId="{67D9F639-3E44-489E-A809-64992EA4A024}" type="presParOf" srcId="{B21A0E6E-B807-446B-BBB0-091E49A5ECC4}" destId="{687830B8-87D9-439C-A0F6-42855F016002}" srcOrd="0" destOrd="0" presId="urn:microsoft.com/office/officeart/2016/7/layout/BasicLinearProcessNumbered"/>
    <dgm:cxn modelId="{0E582550-F8FA-457A-A686-C985C4C0BDA8}" type="presParOf" srcId="{687830B8-87D9-439C-A0F6-42855F016002}" destId="{0A469CC7-1368-443F-99BE-B318A37FD825}" srcOrd="0" destOrd="0" presId="urn:microsoft.com/office/officeart/2016/7/layout/BasicLinearProcessNumbered"/>
    <dgm:cxn modelId="{93AC729D-328A-4216-AA66-190E8668EA38}" type="presParOf" srcId="{687830B8-87D9-439C-A0F6-42855F016002}" destId="{7769DB0C-F4C5-43F4-A2EE-C59E985FA7D1}" srcOrd="1" destOrd="0" presId="urn:microsoft.com/office/officeart/2016/7/layout/BasicLinearProcessNumbered"/>
    <dgm:cxn modelId="{9509F67A-1A08-4DE9-B219-D6560F886BDA}" type="presParOf" srcId="{687830B8-87D9-439C-A0F6-42855F016002}" destId="{676BAA43-BB4F-44FD-8F7F-BAB3B4D8CE05}" srcOrd="2" destOrd="0" presId="urn:microsoft.com/office/officeart/2016/7/layout/BasicLinearProcessNumbered"/>
    <dgm:cxn modelId="{88E24392-DDC9-49DA-8571-69FA157B97BB}" type="presParOf" srcId="{687830B8-87D9-439C-A0F6-42855F016002}" destId="{A79AB681-99BB-4B4F-99DB-64183A771F7F}" srcOrd="3" destOrd="0" presId="urn:microsoft.com/office/officeart/2016/7/layout/BasicLinearProcessNumbered"/>
    <dgm:cxn modelId="{F5E1621D-48E3-4CAF-96BD-59DBFDCAD305}" type="presParOf" srcId="{B21A0E6E-B807-446B-BBB0-091E49A5ECC4}" destId="{8CE687C0-EE9C-425A-A2B5-AD86850387FF}" srcOrd="1" destOrd="0" presId="urn:microsoft.com/office/officeart/2016/7/layout/BasicLinearProcessNumbered"/>
    <dgm:cxn modelId="{E7E54168-8CFD-4BF3-888F-FD4F5B7D8B5E}" type="presParOf" srcId="{B21A0E6E-B807-446B-BBB0-091E49A5ECC4}" destId="{7B8AAD21-3096-4C22-933B-07B68F3E6B8E}" srcOrd="2" destOrd="0" presId="urn:microsoft.com/office/officeart/2016/7/layout/BasicLinearProcessNumbered"/>
    <dgm:cxn modelId="{077A7504-BB23-41AC-BEF4-3A163543CDA4}" type="presParOf" srcId="{7B8AAD21-3096-4C22-933B-07B68F3E6B8E}" destId="{CCAA77D6-3105-4844-8CDB-FB625AF2EBD8}" srcOrd="0" destOrd="0" presId="urn:microsoft.com/office/officeart/2016/7/layout/BasicLinearProcessNumbered"/>
    <dgm:cxn modelId="{F98C73AC-47B6-4C07-A57C-F8F4813566FB}" type="presParOf" srcId="{7B8AAD21-3096-4C22-933B-07B68F3E6B8E}" destId="{2B5F2ECC-A55D-4DAE-A8F2-B779FA86D71D}" srcOrd="1" destOrd="0" presId="urn:microsoft.com/office/officeart/2016/7/layout/BasicLinearProcessNumbered"/>
    <dgm:cxn modelId="{79AD9CFF-6E78-4FED-AC5B-FF17B2B214FD}" type="presParOf" srcId="{7B8AAD21-3096-4C22-933B-07B68F3E6B8E}" destId="{0F547E79-2523-4DB3-9C08-95DD27A51AC4}" srcOrd="2" destOrd="0" presId="urn:microsoft.com/office/officeart/2016/7/layout/BasicLinearProcessNumbered"/>
    <dgm:cxn modelId="{7C626FAE-2B73-4524-8EEF-F62CF34FA1DE}" type="presParOf" srcId="{7B8AAD21-3096-4C22-933B-07B68F3E6B8E}" destId="{4DA62905-7560-4BF9-A094-CC9446E5BA1A}" srcOrd="3" destOrd="0" presId="urn:microsoft.com/office/officeart/2016/7/layout/BasicLinearProcessNumbered"/>
    <dgm:cxn modelId="{7D2653EA-A23E-48B4-A4B3-BE49365304C7}" type="presParOf" srcId="{B21A0E6E-B807-446B-BBB0-091E49A5ECC4}" destId="{26EE6001-67E2-4140-9262-68B17706FA51}" srcOrd="3" destOrd="0" presId="urn:microsoft.com/office/officeart/2016/7/layout/BasicLinearProcessNumbered"/>
    <dgm:cxn modelId="{ED7339BA-CC46-4E28-A4AF-2E6B8683A4BA}" type="presParOf" srcId="{B21A0E6E-B807-446B-BBB0-091E49A5ECC4}" destId="{77B6F255-22B5-4748-8F3D-23282DA77972}" srcOrd="4" destOrd="0" presId="urn:microsoft.com/office/officeart/2016/7/layout/BasicLinearProcessNumbered"/>
    <dgm:cxn modelId="{EFE271C9-458C-4ED3-8BD7-58882F082DE3}" type="presParOf" srcId="{77B6F255-22B5-4748-8F3D-23282DA77972}" destId="{A83466D0-E506-4378-9B7F-301CCCA9AA58}" srcOrd="0" destOrd="0" presId="urn:microsoft.com/office/officeart/2016/7/layout/BasicLinearProcessNumbered"/>
    <dgm:cxn modelId="{5B2DBCEC-4C54-4C01-9F32-377CE74586F0}" type="presParOf" srcId="{77B6F255-22B5-4748-8F3D-23282DA77972}" destId="{D5BFD8C4-B0B0-4D99-8A71-1E878B2E3CA9}" srcOrd="1" destOrd="0" presId="urn:microsoft.com/office/officeart/2016/7/layout/BasicLinearProcessNumbered"/>
    <dgm:cxn modelId="{81D97050-8CBF-4CF3-B24B-EE7DE6D61653}" type="presParOf" srcId="{77B6F255-22B5-4748-8F3D-23282DA77972}" destId="{FBB7C4FD-8A9F-4AD2-82BE-0373CF9AA0DF}" srcOrd="2" destOrd="0" presId="urn:microsoft.com/office/officeart/2016/7/layout/BasicLinearProcessNumbered"/>
    <dgm:cxn modelId="{EA4E8C76-0FB2-4EA6-BF00-C308682E9A72}" type="presParOf" srcId="{77B6F255-22B5-4748-8F3D-23282DA77972}" destId="{0EDF6403-EC00-4F95-9F87-69EB720042A9}" srcOrd="3" destOrd="0" presId="urn:microsoft.com/office/officeart/2016/7/layout/BasicLinearProcessNumbered"/>
    <dgm:cxn modelId="{F51784D6-E7D1-4026-8E06-1B0BFBBBCD0E}" type="presParOf" srcId="{B21A0E6E-B807-446B-BBB0-091E49A5ECC4}" destId="{89C4421D-D6E9-457C-9B10-87EF5AE54EE2}" srcOrd="5" destOrd="0" presId="urn:microsoft.com/office/officeart/2016/7/layout/BasicLinearProcessNumbered"/>
    <dgm:cxn modelId="{0B60D40B-AEDF-4C62-8E6B-BB0FAB939375}" type="presParOf" srcId="{B21A0E6E-B807-446B-BBB0-091E49A5ECC4}" destId="{58CE3DD2-7C37-4780-A232-64B411CD5C2A}" srcOrd="6" destOrd="0" presId="urn:microsoft.com/office/officeart/2016/7/layout/BasicLinearProcessNumbered"/>
    <dgm:cxn modelId="{684C4032-A8D3-413D-98CD-3217085097D8}" type="presParOf" srcId="{58CE3DD2-7C37-4780-A232-64B411CD5C2A}" destId="{05B08170-2A51-4B84-8E36-316A2FB8E2A8}" srcOrd="0" destOrd="0" presId="urn:microsoft.com/office/officeart/2016/7/layout/BasicLinearProcessNumbered"/>
    <dgm:cxn modelId="{AEFBF552-5EEA-4385-A086-2E16F0DCD4D9}" type="presParOf" srcId="{58CE3DD2-7C37-4780-A232-64B411CD5C2A}" destId="{0349DC70-AA64-453F-AC82-88C5373EC56D}" srcOrd="1" destOrd="0" presId="urn:microsoft.com/office/officeart/2016/7/layout/BasicLinearProcessNumbered"/>
    <dgm:cxn modelId="{678F2425-924D-4213-BB74-23B24F5E8768}" type="presParOf" srcId="{58CE3DD2-7C37-4780-A232-64B411CD5C2A}" destId="{68014E59-C244-40B8-9FD9-89F7A544623F}" srcOrd="2" destOrd="0" presId="urn:microsoft.com/office/officeart/2016/7/layout/BasicLinearProcessNumbered"/>
    <dgm:cxn modelId="{035D93B5-99B1-40BF-9DDA-A5333939637E}" type="presParOf" srcId="{58CE3DD2-7C37-4780-A232-64B411CD5C2A}" destId="{BC9710CB-0917-4677-9D54-6DD24C5C3439}" srcOrd="3" destOrd="0" presId="urn:microsoft.com/office/officeart/2016/7/layout/BasicLinearProcessNumbered"/>
    <dgm:cxn modelId="{007BA4E0-3DB7-47E1-933F-302FFBCA9110}" type="presParOf" srcId="{B21A0E6E-B807-446B-BBB0-091E49A5ECC4}" destId="{F1FDFD07-7069-4B72-8AD7-07C40EACAEBD}" srcOrd="7" destOrd="0" presId="urn:microsoft.com/office/officeart/2016/7/layout/BasicLinearProcessNumbered"/>
    <dgm:cxn modelId="{85F80C66-FE12-49C1-92A2-2B2B2491806B}" type="presParOf" srcId="{B21A0E6E-B807-446B-BBB0-091E49A5ECC4}" destId="{63761A0A-20D0-4BB4-A1C2-2C736FF29734}" srcOrd="8" destOrd="0" presId="urn:microsoft.com/office/officeart/2016/7/layout/BasicLinearProcessNumbered"/>
    <dgm:cxn modelId="{EEFA9997-E09D-4F56-B922-FA27539D0F68}" type="presParOf" srcId="{63761A0A-20D0-4BB4-A1C2-2C736FF29734}" destId="{16E6F7E5-197D-4AF7-A828-70AA8147B344}" srcOrd="0" destOrd="0" presId="urn:microsoft.com/office/officeart/2016/7/layout/BasicLinearProcessNumbered"/>
    <dgm:cxn modelId="{ACCC7FCB-752B-4EEA-B3A8-00E263CEFC2B}" type="presParOf" srcId="{63761A0A-20D0-4BB4-A1C2-2C736FF29734}" destId="{9B697E99-C80F-4754-858A-F159AEA84C88}" srcOrd="1" destOrd="0" presId="urn:microsoft.com/office/officeart/2016/7/layout/BasicLinearProcessNumbered"/>
    <dgm:cxn modelId="{BF40A966-61CA-4A09-8040-DFEC87844F79}" type="presParOf" srcId="{63761A0A-20D0-4BB4-A1C2-2C736FF29734}" destId="{A196F8AA-22A8-4A31-94A4-0BFEDF4CB880}" srcOrd="2" destOrd="0" presId="urn:microsoft.com/office/officeart/2016/7/layout/BasicLinearProcessNumbered"/>
    <dgm:cxn modelId="{CD08EF2C-22B6-4878-9452-DF30D16366C1}" type="presParOf" srcId="{63761A0A-20D0-4BB4-A1C2-2C736FF29734}" destId="{2B22DDA2-9114-4144-985F-2FC2B16D35C1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3793126-275C-4105-9AC6-3E8CC7C1FE28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272BF80-B15B-41D3-B98A-01E5F10C5972}">
      <dgm:prSet custT="1"/>
      <dgm:spPr>
        <a:xfrm>
          <a:off x="2801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1. Formulate H₀ and H₁</a:t>
          </a:r>
        </a:p>
      </dgm:t>
    </dgm:pt>
    <dgm:pt modelId="{C2AAA2C8-534B-438E-AC89-1CD7B1B34FDB}" type="parTrans" cxnId="{5EDB7397-6B23-4F1C-BA7C-FB6F5605DCF3}">
      <dgm:prSet/>
      <dgm:spPr/>
      <dgm:t>
        <a:bodyPr/>
        <a:lstStyle/>
        <a:p>
          <a:endParaRPr lang="en-US" sz="2400"/>
        </a:p>
      </dgm:t>
    </dgm:pt>
    <dgm:pt modelId="{251FA6B0-9B02-4F03-96E8-880BEDA9DC4A}" type="sibTrans" cxnId="{5EDB7397-6B23-4F1C-BA7C-FB6F5605DCF3}">
      <dgm:prSet phldrT="1" phldr="0" custT="1"/>
      <dgm:spPr>
        <a:xfrm>
          <a:off x="442649" y="1247041"/>
          <a:ext cx="637020" cy="637020"/>
        </a:xfrm>
        <a:prstGeom prst="ellipse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1</a:t>
          </a:r>
        </a:p>
      </dgm:t>
    </dgm:pt>
    <dgm:pt modelId="{527ACD2C-3D1A-4F4E-ADAC-2E0CF11CB429}">
      <dgm:prSet custT="1"/>
      <dgm:spPr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65178" tIns="330200" rIns="165178" bIns="330200" numCol="1" spcCol="1270" anchor="t" anchorCtr="0"/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2. Choose α</a:t>
          </a:r>
        </a:p>
      </dgm:t>
    </dgm:pt>
    <dgm:pt modelId="{B0CE9C4D-88A5-45AE-AA9D-4D9A776439F1}" type="parTrans" cxnId="{82A4D16A-BF27-4AAD-8F90-16592DEB6686}">
      <dgm:prSet/>
      <dgm:spPr/>
      <dgm:t>
        <a:bodyPr/>
        <a:lstStyle/>
        <a:p>
          <a:endParaRPr lang="en-US" sz="2400"/>
        </a:p>
      </dgm:t>
    </dgm:pt>
    <dgm:pt modelId="{D45242D8-A887-446C-B376-892C86E41701}" type="sibTrans" cxnId="{82A4D16A-BF27-4AAD-8F90-16592DEB6686}">
      <dgm:prSet phldrT="2" phldr="0" custT="1"/>
      <dgm:spPr>
        <a:xfrm>
          <a:off x="2111037" y="1247041"/>
          <a:ext cx="637020" cy="637020"/>
        </a:xfrm>
        <a:prstGeom prst="ellipse">
          <a:avLst/>
        </a:prstGeom>
        <a:solidFill>
          <a:srgbClr val="C0504D">
            <a:hueOff val="1040338"/>
            <a:satOff val="-1298"/>
            <a:lumOff val="305"/>
            <a:alphaOff val="0"/>
          </a:srgbClr>
        </a:solidFill>
        <a:ln w="25400" cap="flat" cmpd="sng" algn="ctr">
          <a:solidFill>
            <a:srgbClr val="C0504D">
              <a:hueOff val="1040338"/>
              <a:satOff val="-1298"/>
              <a:lumOff val="305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2</a:t>
          </a:r>
        </a:p>
      </dgm:t>
    </dgm:pt>
    <dgm:pt modelId="{9A15EDEE-F983-4250-94D5-CFF6F635A413}">
      <dgm:prSet custT="1"/>
      <dgm:spPr>
        <a:solidFill>
          <a:srgbClr val="FFFF00">
            <a:alpha val="90000"/>
          </a:srgbClr>
        </a:solidFill>
        <a:ln w="25400" cap="flat" cmpd="sng" algn="ctr">
          <a:solidFill>
            <a:srgbClr val="C0504D">
              <a:tint val="40000"/>
              <a:alpha val="90000"/>
              <a:hueOff val="1256455"/>
              <a:satOff val="-1094"/>
              <a:lumOff val="-1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65178" tIns="330200" rIns="165178" bIns="330200" numCol="1" spcCol="1270" anchor="t" anchorCtr="0"/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3. Select Test</a:t>
          </a:r>
        </a:p>
      </dgm:t>
    </dgm:pt>
    <dgm:pt modelId="{0865333E-710E-4274-8A9F-8828D714E85B}" type="parTrans" cxnId="{3E26F86A-B0E6-4DE3-8AEC-77CBB835B9E6}">
      <dgm:prSet/>
      <dgm:spPr/>
      <dgm:t>
        <a:bodyPr/>
        <a:lstStyle/>
        <a:p>
          <a:endParaRPr lang="en-US" sz="2400"/>
        </a:p>
      </dgm:t>
    </dgm:pt>
    <dgm:pt modelId="{8ABA5563-B33F-4ED8-8F29-FEEAEA20B4FF}" type="sibTrans" cxnId="{3E26F86A-B0E6-4DE3-8AEC-77CBB835B9E6}">
      <dgm:prSet phldrT="3" phldr="0" custT="1"/>
      <dgm:spPr>
        <a:xfrm>
          <a:off x="3779425" y="1247041"/>
          <a:ext cx="637020" cy="637020"/>
        </a:xfrm>
        <a:prstGeom prst="ellipse">
          <a:avLst/>
        </a:prstGeom>
        <a:solidFill>
          <a:srgbClr val="C0504D">
            <a:hueOff val="2080675"/>
            <a:satOff val="-2595"/>
            <a:lumOff val="610"/>
            <a:alphaOff val="0"/>
          </a:srgbClr>
        </a:solidFill>
        <a:ln w="25400" cap="flat" cmpd="sng" algn="ctr">
          <a:solidFill>
            <a:srgbClr val="C0504D">
              <a:hueOff val="2080675"/>
              <a:satOff val="-2595"/>
              <a:lumOff val="61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3</a:t>
          </a:r>
        </a:p>
      </dgm:t>
    </dgm:pt>
    <dgm:pt modelId="{10D4076C-31F4-4AC5-9E7D-358D5C5EBEDC}">
      <dgm:prSet custT="1"/>
      <dgm:spPr>
        <a:xfrm>
          <a:off x="5007965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3769366"/>
            <a:satOff val="-3283"/>
            <a:lumOff val="-4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3769366"/>
              <a:satOff val="-3283"/>
              <a:lumOff val="-4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4. Calculate Test Statistic</a:t>
          </a:r>
        </a:p>
      </dgm:t>
    </dgm:pt>
    <dgm:pt modelId="{66D82C1A-FF0B-4962-8AF2-DEE0D6B2954B}" type="parTrans" cxnId="{8E304737-40C9-417D-B62C-D12184BE209A}">
      <dgm:prSet/>
      <dgm:spPr/>
      <dgm:t>
        <a:bodyPr/>
        <a:lstStyle/>
        <a:p>
          <a:endParaRPr lang="en-US" sz="2400"/>
        </a:p>
      </dgm:t>
    </dgm:pt>
    <dgm:pt modelId="{0320836D-D6B6-4442-A8E0-C4ADF4E4FBB5}" type="sibTrans" cxnId="{8E304737-40C9-417D-B62C-D12184BE209A}">
      <dgm:prSet phldrT="4" phldr="0" custT="1"/>
      <dgm:spPr>
        <a:xfrm>
          <a:off x="5447813" y="1247041"/>
          <a:ext cx="637020" cy="637020"/>
        </a:xfrm>
        <a:prstGeom prst="ellipse">
          <a:avLst/>
        </a:prstGeom>
        <a:solidFill>
          <a:srgbClr val="C0504D">
            <a:hueOff val="3121013"/>
            <a:satOff val="-3893"/>
            <a:lumOff val="915"/>
            <a:alphaOff val="0"/>
          </a:srgbClr>
        </a:solidFill>
        <a:ln w="25400" cap="flat" cmpd="sng" algn="ctr">
          <a:solidFill>
            <a:srgbClr val="C0504D">
              <a:hueOff val="3121013"/>
              <a:satOff val="-3893"/>
              <a:lumOff val="915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4</a:t>
          </a:r>
        </a:p>
      </dgm:t>
    </dgm:pt>
    <dgm:pt modelId="{5C54DA42-9DF7-4B89-AE29-D208BD838CE4}">
      <dgm:prSet custT="1"/>
      <dgm:spPr>
        <a:xfrm>
          <a:off x="6676353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5025821"/>
            <a:satOff val="-4378"/>
            <a:lumOff val="-6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5025821"/>
              <a:satOff val="-4378"/>
              <a:lumOff val="-6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5. Make Decision</a:t>
          </a:r>
        </a:p>
      </dgm:t>
    </dgm:pt>
    <dgm:pt modelId="{DC8584D3-6C21-479D-B929-2F465C070C1D}" type="parTrans" cxnId="{A83FC9F7-8B72-404E-8675-4C1BD12762D3}">
      <dgm:prSet/>
      <dgm:spPr/>
      <dgm:t>
        <a:bodyPr/>
        <a:lstStyle/>
        <a:p>
          <a:endParaRPr lang="en-US" sz="2400"/>
        </a:p>
      </dgm:t>
    </dgm:pt>
    <dgm:pt modelId="{09300398-15EE-47DB-902E-E2AC68FFA4CE}" type="sibTrans" cxnId="{A83FC9F7-8B72-404E-8675-4C1BD12762D3}">
      <dgm:prSet phldrT="5" phldr="0" custT="1"/>
      <dgm:spPr>
        <a:xfrm>
          <a:off x="7116201" y="1247041"/>
          <a:ext cx="637020" cy="637020"/>
        </a:xfrm>
        <a:prstGeom prst="ellipse">
          <a:avLst/>
        </a:prstGeom>
        <a:solidFill>
          <a:srgbClr val="C0504D">
            <a:hueOff val="4161350"/>
            <a:satOff val="-5190"/>
            <a:lumOff val="1220"/>
            <a:alphaOff val="0"/>
          </a:srgbClr>
        </a:solidFill>
        <a:ln w="25400" cap="flat" cmpd="sng" algn="ctr">
          <a:solidFill>
            <a:srgbClr val="C0504D">
              <a:hueOff val="4161350"/>
              <a:satOff val="-5190"/>
              <a:lumOff val="122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5</a:t>
          </a:r>
        </a:p>
      </dgm:t>
    </dgm:pt>
    <dgm:pt modelId="{B21A0E6E-B807-446B-BBB0-091E49A5ECC4}" type="pres">
      <dgm:prSet presAssocID="{63793126-275C-4105-9AC6-3E8CC7C1FE28}" presName="Name0" presStyleCnt="0">
        <dgm:presLayoutVars>
          <dgm:animLvl val="lvl"/>
          <dgm:resizeHandles val="exact"/>
        </dgm:presLayoutVars>
      </dgm:prSet>
      <dgm:spPr/>
    </dgm:pt>
    <dgm:pt modelId="{687830B8-87D9-439C-A0F6-42855F016002}" type="pres">
      <dgm:prSet presAssocID="{2272BF80-B15B-41D3-B98A-01E5F10C5972}" presName="compositeNode" presStyleCnt="0">
        <dgm:presLayoutVars>
          <dgm:bulletEnabled val="1"/>
        </dgm:presLayoutVars>
      </dgm:prSet>
      <dgm:spPr/>
    </dgm:pt>
    <dgm:pt modelId="{0A469CC7-1368-443F-99BE-B318A37FD825}" type="pres">
      <dgm:prSet presAssocID="{2272BF80-B15B-41D3-B98A-01E5F10C5972}" presName="bgRect" presStyleLbl="bgAccFollowNode1" presStyleIdx="0" presStyleCnt="5"/>
      <dgm:spPr/>
    </dgm:pt>
    <dgm:pt modelId="{7769DB0C-F4C5-43F4-A2EE-C59E985FA7D1}" type="pres">
      <dgm:prSet presAssocID="{251FA6B0-9B02-4F03-96E8-880BEDA9DC4A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676BAA43-BB4F-44FD-8F7F-BAB3B4D8CE05}" type="pres">
      <dgm:prSet presAssocID="{2272BF80-B15B-41D3-B98A-01E5F10C5972}" presName="bottomLine" presStyleLbl="alignNode1" presStyleIdx="1" presStyleCnt="10">
        <dgm:presLayoutVars/>
      </dgm:prSet>
      <dgm:spPr>
        <a:xfrm>
          <a:off x="2801" y="3158031"/>
          <a:ext cx="1516716" cy="72"/>
        </a:xfrm>
        <a:prstGeom prst="rect">
          <a:avLst/>
        </a:prstGeom>
        <a:solidFill>
          <a:srgbClr val="C0504D">
            <a:hueOff val="520169"/>
            <a:satOff val="-649"/>
            <a:lumOff val="153"/>
            <a:alphaOff val="0"/>
          </a:srgbClr>
        </a:solidFill>
        <a:ln w="25400" cap="flat" cmpd="sng" algn="ctr">
          <a:solidFill>
            <a:srgbClr val="C0504D">
              <a:hueOff val="520169"/>
              <a:satOff val="-649"/>
              <a:lumOff val="153"/>
              <a:alphaOff val="0"/>
            </a:srgbClr>
          </a:solidFill>
          <a:prstDash val="solid"/>
        </a:ln>
        <a:effectLst/>
      </dgm:spPr>
    </dgm:pt>
    <dgm:pt modelId="{A79AB681-99BB-4B4F-99DB-64183A771F7F}" type="pres">
      <dgm:prSet presAssocID="{2272BF80-B15B-41D3-B98A-01E5F10C5972}" presName="nodeText" presStyleLbl="bgAccFollowNode1" presStyleIdx="0" presStyleCnt="5">
        <dgm:presLayoutVars>
          <dgm:bulletEnabled val="1"/>
        </dgm:presLayoutVars>
      </dgm:prSet>
      <dgm:spPr/>
    </dgm:pt>
    <dgm:pt modelId="{8CE687C0-EE9C-425A-A2B5-AD86850387FF}" type="pres">
      <dgm:prSet presAssocID="{251FA6B0-9B02-4F03-96E8-880BEDA9DC4A}" presName="sibTrans" presStyleCnt="0"/>
      <dgm:spPr/>
    </dgm:pt>
    <dgm:pt modelId="{7B8AAD21-3096-4C22-933B-07B68F3E6B8E}" type="pres">
      <dgm:prSet presAssocID="{527ACD2C-3D1A-4F4E-ADAC-2E0CF11CB429}" presName="compositeNode" presStyleCnt="0">
        <dgm:presLayoutVars>
          <dgm:bulletEnabled val="1"/>
        </dgm:presLayoutVars>
      </dgm:prSet>
      <dgm:spPr/>
    </dgm:pt>
    <dgm:pt modelId="{CCAA77D6-3105-4844-8CDB-FB625AF2EBD8}" type="pres">
      <dgm:prSet presAssocID="{527ACD2C-3D1A-4F4E-ADAC-2E0CF11CB429}" presName="bgRect" presStyleLbl="bgAccFollowNode1" presStyleIdx="1" presStyleCnt="5"/>
      <dgm:spPr>
        <a:xfrm>
          <a:off x="2334419" y="683207"/>
          <a:ext cx="2118642" cy="2966099"/>
        </a:xfrm>
        <a:prstGeom prst="rect">
          <a:avLst/>
        </a:prstGeom>
      </dgm:spPr>
    </dgm:pt>
    <dgm:pt modelId="{2B5F2ECC-A55D-4DAE-A8F2-B779FA86D71D}" type="pres">
      <dgm:prSet presAssocID="{D45242D8-A887-446C-B376-892C86E41701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0F547E79-2523-4DB3-9C08-95DD27A51AC4}" type="pres">
      <dgm:prSet presAssocID="{527ACD2C-3D1A-4F4E-ADAC-2E0CF11CB429}" presName="bottomLine" presStyleLbl="alignNode1" presStyleIdx="3" presStyleCnt="10">
        <dgm:presLayoutVars/>
      </dgm:prSet>
      <dgm:spPr>
        <a:xfrm>
          <a:off x="1671189" y="3158031"/>
          <a:ext cx="1516716" cy="72"/>
        </a:xfrm>
        <a:prstGeom prst="rect">
          <a:avLst/>
        </a:prstGeom>
        <a:solidFill>
          <a:srgbClr val="C0504D">
            <a:hueOff val="1560506"/>
            <a:satOff val="-1946"/>
            <a:lumOff val="458"/>
            <a:alphaOff val="0"/>
          </a:srgbClr>
        </a:solidFill>
        <a:ln w="25400" cap="flat" cmpd="sng" algn="ctr">
          <a:solidFill>
            <a:srgbClr val="C0504D">
              <a:hueOff val="1560506"/>
              <a:satOff val="-1946"/>
              <a:lumOff val="458"/>
              <a:alphaOff val="0"/>
            </a:srgbClr>
          </a:solidFill>
          <a:prstDash val="solid"/>
        </a:ln>
        <a:effectLst/>
      </dgm:spPr>
    </dgm:pt>
    <dgm:pt modelId="{4DA62905-7560-4BF9-A094-CC9446E5BA1A}" type="pres">
      <dgm:prSet presAssocID="{527ACD2C-3D1A-4F4E-ADAC-2E0CF11CB429}" presName="nodeText" presStyleLbl="bgAccFollowNode1" presStyleIdx="1" presStyleCnt="5">
        <dgm:presLayoutVars>
          <dgm:bulletEnabled val="1"/>
        </dgm:presLayoutVars>
      </dgm:prSet>
      <dgm:spPr/>
    </dgm:pt>
    <dgm:pt modelId="{26EE6001-67E2-4140-9262-68B17706FA51}" type="pres">
      <dgm:prSet presAssocID="{D45242D8-A887-446C-B376-892C86E41701}" presName="sibTrans" presStyleCnt="0"/>
      <dgm:spPr/>
    </dgm:pt>
    <dgm:pt modelId="{77B6F255-22B5-4748-8F3D-23282DA77972}" type="pres">
      <dgm:prSet presAssocID="{9A15EDEE-F983-4250-94D5-CFF6F635A413}" presName="compositeNode" presStyleCnt="0">
        <dgm:presLayoutVars>
          <dgm:bulletEnabled val="1"/>
        </dgm:presLayoutVars>
      </dgm:prSet>
      <dgm:spPr/>
    </dgm:pt>
    <dgm:pt modelId="{A83466D0-E506-4378-9B7F-301CCCA9AA58}" type="pres">
      <dgm:prSet presAssocID="{9A15EDEE-F983-4250-94D5-CFF6F635A413}" presName="bgRect" presStyleLbl="bgAccFollowNode1" presStyleIdx="2" presStyleCnt="5"/>
      <dgm:spPr>
        <a:xfrm>
          <a:off x="4664926" y="683207"/>
          <a:ext cx="2118642" cy="2966099"/>
        </a:xfrm>
        <a:prstGeom prst="rect">
          <a:avLst/>
        </a:prstGeom>
      </dgm:spPr>
    </dgm:pt>
    <dgm:pt modelId="{D5BFD8C4-B0B0-4D99-8A71-1E878B2E3CA9}" type="pres">
      <dgm:prSet presAssocID="{8ABA5563-B33F-4ED8-8F29-FEEAEA20B4FF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FBB7C4FD-8A9F-4AD2-82BE-0373CF9AA0DF}" type="pres">
      <dgm:prSet presAssocID="{9A15EDEE-F983-4250-94D5-CFF6F635A413}" presName="bottomLine" presStyleLbl="alignNode1" presStyleIdx="5" presStyleCnt="10">
        <dgm:presLayoutVars/>
      </dgm:prSet>
      <dgm:spPr>
        <a:xfrm>
          <a:off x="3339577" y="3158031"/>
          <a:ext cx="1516716" cy="72"/>
        </a:xfrm>
        <a:prstGeom prst="rect">
          <a:avLst/>
        </a:prstGeom>
        <a:solidFill>
          <a:srgbClr val="C0504D">
            <a:hueOff val="2600844"/>
            <a:satOff val="-3244"/>
            <a:lumOff val="763"/>
            <a:alphaOff val="0"/>
          </a:srgbClr>
        </a:solidFill>
        <a:ln w="25400" cap="flat" cmpd="sng" algn="ctr">
          <a:solidFill>
            <a:srgbClr val="C0504D">
              <a:hueOff val="2600844"/>
              <a:satOff val="-3244"/>
              <a:lumOff val="763"/>
              <a:alphaOff val="0"/>
            </a:srgbClr>
          </a:solidFill>
          <a:prstDash val="solid"/>
        </a:ln>
        <a:effectLst/>
      </dgm:spPr>
    </dgm:pt>
    <dgm:pt modelId="{0EDF6403-EC00-4F95-9F87-69EB720042A9}" type="pres">
      <dgm:prSet presAssocID="{9A15EDEE-F983-4250-94D5-CFF6F635A413}" presName="nodeText" presStyleLbl="bgAccFollowNode1" presStyleIdx="2" presStyleCnt="5">
        <dgm:presLayoutVars>
          <dgm:bulletEnabled val="1"/>
        </dgm:presLayoutVars>
      </dgm:prSet>
      <dgm:spPr/>
    </dgm:pt>
    <dgm:pt modelId="{89C4421D-D6E9-457C-9B10-87EF5AE54EE2}" type="pres">
      <dgm:prSet presAssocID="{8ABA5563-B33F-4ED8-8F29-FEEAEA20B4FF}" presName="sibTrans" presStyleCnt="0"/>
      <dgm:spPr/>
    </dgm:pt>
    <dgm:pt modelId="{58CE3DD2-7C37-4780-A232-64B411CD5C2A}" type="pres">
      <dgm:prSet presAssocID="{10D4076C-31F4-4AC5-9E7D-358D5C5EBEDC}" presName="compositeNode" presStyleCnt="0">
        <dgm:presLayoutVars>
          <dgm:bulletEnabled val="1"/>
        </dgm:presLayoutVars>
      </dgm:prSet>
      <dgm:spPr/>
    </dgm:pt>
    <dgm:pt modelId="{05B08170-2A51-4B84-8E36-316A2FB8E2A8}" type="pres">
      <dgm:prSet presAssocID="{10D4076C-31F4-4AC5-9E7D-358D5C5EBEDC}" presName="bgRect" presStyleLbl="bgAccFollowNode1" presStyleIdx="3" presStyleCnt="5"/>
      <dgm:spPr/>
    </dgm:pt>
    <dgm:pt modelId="{0349DC70-AA64-453F-AC82-88C5373EC56D}" type="pres">
      <dgm:prSet presAssocID="{0320836D-D6B6-4442-A8E0-C4ADF4E4FBB5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68014E59-C244-40B8-9FD9-89F7A544623F}" type="pres">
      <dgm:prSet presAssocID="{10D4076C-31F4-4AC5-9E7D-358D5C5EBEDC}" presName="bottomLine" presStyleLbl="alignNode1" presStyleIdx="7" presStyleCnt="10">
        <dgm:presLayoutVars/>
      </dgm:prSet>
      <dgm:spPr>
        <a:xfrm>
          <a:off x="5007965" y="3158031"/>
          <a:ext cx="1516716" cy="72"/>
        </a:xfrm>
        <a:prstGeom prst="rect">
          <a:avLst/>
        </a:prstGeom>
        <a:solidFill>
          <a:srgbClr val="C0504D">
            <a:hueOff val="3641181"/>
            <a:satOff val="-4541"/>
            <a:lumOff val="1068"/>
            <a:alphaOff val="0"/>
          </a:srgbClr>
        </a:solidFill>
        <a:ln w="25400" cap="flat" cmpd="sng" algn="ctr">
          <a:solidFill>
            <a:srgbClr val="C0504D">
              <a:hueOff val="3641181"/>
              <a:satOff val="-4541"/>
              <a:lumOff val="1068"/>
              <a:alphaOff val="0"/>
            </a:srgbClr>
          </a:solidFill>
          <a:prstDash val="solid"/>
        </a:ln>
        <a:effectLst/>
      </dgm:spPr>
    </dgm:pt>
    <dgm:pt modelId="{BC9710CB-0917-4677-9D54-6DD24C5C3439}" type="pres">
      <dgm:prSet presAssocID="{10D4076C-31F4-4AC5-9E7D-358D5C5EBEDC}" presName="nodeText" presStyleLbl="bgAccFollowNode1" presStyleIdx="3" presStyleCnt="5">
        <dgm:presLayoutVars>
          <dgm:bulletEnabled val="1"/>
        </dgm:presLayoutVars>
      </dgm:prSet>
      <dgm:spPr/>
    </dgm:pt>
    <dgm:pt modelId="{F1FDFD07-7069-4B72-8AD7-07C40EACAEBD}" type="pres">
      <dgm:prSet presAssocID="{0320836D-D6B6-4442-A8E0-C4ADF4E4FBB5}" presName="sibTrans" presStyleCnt="0"/>
      <dgm:spPr/>
    </dgm:pt>
    <dgm:pt modelId="{63761A0A-20D0-4BB4-A1C2-2C736FF29734}" type="pres">
      <dgm:prSet presAssocID="{5C54DA42-9DF7-4B89-AE29-D208BD838CE4}" presName="compositeNode" presStyleCnt="0">
        <dgm:presLayoutVars>
          <dgm:bulletEnabled val="1"/>
        </dgm:presLayoutVars>
      </dgm:prSet>
      <dgm:spPr/>
    </dgm:pt>
    <dgm:pt modelId="{16E6F7E5-197D-4AF7-A828-70AA8147B344}" type="pres">
      <dgm:prSet presAssocID="{5C54DA42-9DF7-4B89-AE29-D208BD838CE4}" presName="bgRect" presStyleLbl="bgAccFollowNode1" presStyleIdx="4" presStyleCnt="5"/>
      <dgm:spPr/>
    </dgm:pt>
    <dgm:pt modelId="{9B697E99-C80F-4754-858A-F159AEA84C88}" type="pres">
      <dgm:prSet presAssocID="{09300398-15EE-47DB-902E-E2AC68FFA4CE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A196F8AA-22A8-4A31-94A4-0BFEDF4CB880}" type="pres">
      <dgm:prSet presAssocID="{5C54DA42-9DF7-4B89-AE29-D208BD838CE4}" presName="bottomLine" presStyleLbl="alignNode1" presStyleIdx="9" presStyleCnt="10">
        <dgm:presLayoutVars/>
      </dgm:prSet>
      <dgm:spPr>
        <a:xfrm>
          <a:off x="6676353" y="3158031"/>
          <a:ext cx="1516716" cy="72"/>
        </a:xfrm>
        <a:prstGeom prst="rect">
          <a:avLst/>
        </a:prstGeom>
        <a:solidFill>
          <a:srgbClr val="C0504D">
            <a:hueOff val="4681519"/>
            <a:satOff val="-5839"/>
            <a:lumOff val="1373"/>
            <a:alphaOff val="0"/>
          </a:srgbClr>
        </a:solidFill>
        <a:ln w="25400" cap="flat" cmpd="sng" algn="ctr">
          <a:solidFill>
            <a:srgbClr val="C0504D">
              <a:hueOff val="4681519"/>
              <a:satOff val="-5839"/>
              <a:lumOff val="1373"/>
              <a:alphaOff val="0"/>
            </a:srgbClr>
          </a:solidFill>
          <a:prstDash val="solid"/>
        </a:ln>
        <a:effectLst/>
      </dgm:spPr>
    </dgm:pt>
    <dgm:pt modelId="{2B22DDA2-9114-4144-985F-2FC2B16D35C1}" type="pres">
      <dgm:prSet presAssocID="{5C54DA42-9DF7-4B89-AE29-D208BD838CE4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2D51A512-B220-4C03-89B3-A97817643805}" type="presOf" srcId="{10D4076C-31F4-4AC5-9E7D-358D5C5EBEDC}" destId="{BC9710CB-0917-4677-9D54-6DD24C5C3439}" srcOrd="1" destOrd="0" presId="urn:microsoft.com/office/officeart/2016/7/layout/BasicLinearProcessNumbered"/>
    <dgm:cxn modelId="{832BDC17-CCEA-42CB-B1D4-B94768790CB0}" type="presOf" srcId="{0320836D-D6B6-4442-A8E0-C4ADF4E4FBB5}" destId="{0349DC70-AA64-453F-AC82-88C5373EC56D}" srcOrd="0" destOrd="0" presId="urn:microsoft.com/office/officeart/2016/7/layout/BasicLinearProcessNumbered"/>
    <dgm:cxn modelId="{5DF9AB1A-D542-4F50-8C2A-08566BC748D6}" type="presOf" srcId="{10D4076C-31F4-4AC5-9E7D-358D5C5EBEDC}" destId="{05B08170-2A51-4B84-8E36-316A2FB8E2A8}" srcOrd="0" destOrd="0" presId="urn:microsoft.com/office/officeart/2016/7/layout/BasicLinearProcessNumbered"/>
    <dgm:cxn modelId="{8368C729-F0FD-4D74-8233-AF3DF9528B19}" type="presOf" srcId="{5C54DA42-9DF7-4B89-AE29-D208BD838CE4}" destId="{2B22DDA2-9114-4144-985F-2FC2B16D35C1}" srcOrd="1" destOrd="0" presId="urn:microsoft.com/office/officeart/2016/7/layout/BasicLinearProcessNumbered"/>
    <dgm:cxn modelId="{696A4A30-0697-4365-9CF8-B6082B48075D}" type="presOf" srcId="{2272BF80-B15B-41D3-B98A-01E5F10C5972}" destId="{A79AB681-99BB-4B4F-99DB-64183A771F7F}" srcOrd="1" destOrd="0" presId="urn:microsoft.com/office/officeart/2016/7/layout/BasicLinearProcessNumbered"/>
    <dgm:cxn modelId="{8E304737-40C9-417D-B62C-D12184BE209A}" srcId="{63793126-275C-4105-9AC6-3E8CC7C1FE28}" destId="{10D4076C-31F4-4AC5-9E7D-358D5C5EBEDC}" srcOrd="3" destOrd="0" parTransId="{66D82C1A-FF0B-4962-8AF2-DEE0D6B2954B}" sibTransId="{0320836D-D6B6-4442-A8E0-C4ADF4E4FBB5}"/>
    <dgm:cxn modelId="{82A4D16A-BF27-4AAD-8F90-16592DEB6686}" srcId="{63793126-275C-4105-9AC6-3E8CC7C1FE28}" destId="{527ACD2C-3D1A-4F4E-ADAC-2E0CF11CB429}" srcOrd="1" destOrd="0" parTransId="{B0CE9C4D-88A5-45AE-AA9D-4D9A776439F1}" sibTransId="{D45242D8-A887-446C-B376-892C86E41701}"/>
    <dgm:cxn modelId="{3E26F86A-B0E6-4DE3-8AEC-77CBB835B9E6}" srcId="{63793126-275C-4105-9AC6-3E8CC7C1FE28}" destId="{9A15EDEE-F983-4250-94D5-CFF6F635A413}" srcOrd="2" destOrd="0" parTransId="{0865333E-710E-4274-8A9F-8828D714E85B}" sibTransId="{8ABA5563-B33F-4ED8-8F29-FEEAEA20B4FF}"/>
    <dgm:cxn modelId="{4619554F-1E04-4F7B-BB04-F888132A816E}" type="presOf" srcId="{D45242D8-A887-446C-B376-892C86E41701}" destId="{2B5F2ECC-A55D-4DAE-A8F2-B779FA86D71D}" srcOrd="0" destOrd="0" presId="urn:microsoft.com/office/officeart/2016/7/layout/BasicLinearProcessNumbered"/>
    <dgm:cxn modelId="{37245B70-8A11-43DE-9244-E1959D7B0760}" type="presOf" srcId="{2272BF80-B15B-41D3-B98A-01E5F10C5972}" destId="{0A469CC7-1368-443F-99BE-B318A37FD825}" srcOrd="0" destOrd="0" presId="urn:microsoft.com/office/officeart/2016/7/layout/BasicLinearProcessNumbered"/>
    <dgm:cxn modelId="{5EDB7397-6B23-4F1C-BA7C-FB6F5605DCF3}" srcId="{63793126-275C-4105-9AC6-3E8CC7C1FE28}" destId="{2272BF80-B15B-41D3-B98A-01E5F10C5972}" srcOrd="0" destOrd="0" parTransId="{C2AAA2C8-534B-438E-AC89-1CD7B1B34FDB}" sibTransId="{251FA6B0-9B02-4F03-96E8-880BEDA9DC4A}"/>
    <dgm:cxn modelId="{84E5CC9E-FD2E-4C03-8A29-F792AF15B1EC}" type="presOf" srcId="{09300398-15EE-47DB-902E-E2AC68FFA4CE}" destId="{9B697E99-C80F-4754-858A-F159AEA84C88}" srcOrd="0" destOrd="0" presId="urn:microsoft.com/office/officeart/2016/7/layout/BasicLinearProcessNumbered"/>
    <dgm:cxn modelId="{74CEF0A6-BE43-4227-89CC-3C7ED10104A6}" type="presOf" srcId="{63793126-275C-4105-9AC6-3E8CC7C1FE28}" destId="{B21A0E6E-B807-446B-BBB0-091E49A5ECC4}" srcOrd="0" destOrd="0" presId="urn:microsoft.com/office/officeart/2016/7/layout/BasicLinearProcessNumbered"/>
    <dgm:cxn modelId="{05AD7FA8-5FE8-44AF-942E-061319EE960B}" type="presOf" srcId="{527ACD2C-3D1A-4F4E-ADAC-2E0CF11CB429}" destId="{CCAA77D6-3105-4844-8CDB-FB625AF2EBD8}" srcOrd="0" destOrd="0" presId="urn:microsoft.com/office/officeart/2016/7/layout/BasicLinearProcessNumbered"/>
    <dgm:cxn modelId="{042D34B9-1FEB-4D2A-84FA-C4A0C4D262B8}" type="presOf" srcId="{8ABA5563-B33F-4ED8-8F29-FEEAEA20B4FF}" destId="{D5BFD8C4-B0B0-4D99-8A71-1E878B2E3CA9}" srcOrd="0" destOrd="0" presId="urn:microsoft.com/office/officeart/2016/7/layout/BasicLinearProcessNumbered"/>
    <dgm:cxn modelId="{8C0AB2BA-32D2-498A-AE8C-024928A37B3E}" type="presOf" srcId="{527ACD2C-3D1A-4F4E-ADAC-2E0CF11CB429}" destId="{4DA62905-7560-4BF9-A094-CC9446E5BA1A}" srcOrd="1" destOrd="0" presId="urn:microsoft.com/office/officeart/2016/7/layout/BasicLinearProcessNumbered"/>
    <dgm:cxn modelId="{270D17BD-654D-44EE-A126-B0418BF04FFF}" type="presOf" srcId="{9A15EDEE-F983-4250-94D5-CFF6F635A413}" destId="{0EDF6403-EC00-4F95-9F87-69EB720042A9}" srcOrd="1" destOrd="0" presId="urn:microsoft.com/office/officeart/2016/7/layout/BasicLinearProcessNumbered"/>
    <dgm:cxn modelId="{008C22DE-886B-4A2B-AE6C-B88D8C0FE503}" type="presOf" srcId="{5C54DA42-9DF7-4B89-AE29-D208BD838CE4}" destId="{16E6F7E5-197D-4AF7-A828-70AA8147B344}" srcOrd="0" destOrd="0" presId="urn:microsoft.com/office/officeart/2016/7/layout/BasicLinearProcessNumbered"/>
    <dgm:cxn modelId="{727011E6-C211-4B3E-A418-7B7EC55039BD}" type="presOf" srcId="{9A15EDEE-F983-4250-94D5-CFF6F635A413}" destId="{A83466D0-E506-4378-9B7F-301CCCA9AA58}" srcOrd="0" destOrd="0" presId="urn:microsoft.com/office/officeart/2016/7/layout/BasicLinearProcessNumbered"/>
    <dgm:cxn modelId="{F1BFC6F6-DA81-460A-B106-0F9182957528}" type="presOf" srcId="{251FA6B0-9B02-4F03-96E8-880BEDA9DC4A}" destId="{7769DB0C-F4C5-43F4-A2EE-C59E985FA7D1}" srcOrd="0" destOrd="0" presId="urn:microsoft.com/office/officeart/2016/7/layout/BasicLinearProcessNumbered"/>
    <dgm:cxn modelId="{A83FC9F7-8B72-404E-8675-4C1BD12762D3}" srcId="{63793126-275C-4105-9AC6-3E8CC7C1FE28}" destId="{5C54DA42-9DF7-4B89-AE29-D208BD838CE4}" srcOrd="4" destOrd="0" parTransId="{DC8584D3-6C21-479D-B929-2F465C070C1D}" sibTransId="{09300398-15EE-47DB-902E-E2AC68FFA4CE}"/>
    <dgm:cxn modelId="{67D9F639-3E44-489E-A809-64992EA4A024}" type="presParOf" srcId="{B21A0E6E-B807-446B-BBB0-091E49A5ECC4}" destId="{687830B8-87D9-439C-A0F6-42855F016002}" srcOrd="0" destOrd="0" presId="urn:microsoft.com/office/officeart/2016/7/layout/BasicLinearProcessNumbered"/>
    <dgm:cxn modelId="{0E582550-F8FA-457A-A686-C985C4C0BDA8}" type="presParOf" srcId="{687830B8-87D9-439C-A0F6-42855F016002}" destId="{0A469CC7-1368-443F-99BE-B318A37FD825}" srcOrd="0" destOrd="0" presId="urn:microsoft.com/office/officeart/2016/7/layout/BasicLinearProcessNumbered"/>
    <dgm:cxn modelId="{93AC729D-328A-4216-AA66-190E8668EA38}" type="presParOf" srcId="{687830B8-87D9-439C-A0F6-42855F016002}" destId="{7769DB0C-F4C5-43F4-A2EE-C59E985FA7D1}" srcOrd="1" destOrd="0" presId="urn:microsoft.com/office/officeart/2016/7/layout/BasicLinearProcessNumbered"/>
    <dgm:cxn modelId="{9509F67A-1A08-4DE9-B219-D6560F886BDA}" type="presParOf" srcId="{687830B8-87D9-439C-A0F6-42855F016002}" destId="{676BAA43-BB4F-44FD-8F7F-BAB3B4D8CE05}" srcOrd="2" destOrd="0" presId="urn:microsoft.com/office/officeart/2016/7/layout/BasicLinearProcessNumbered"/>
    <dgm:cxn modelId="{88E24392-DDC9-49DA-8571-69FA157B97BB}" type="presParOf" srcId="{687830B8-87D9-439C-A0F6-42855F016002}" destId="{A79AB681-99BB-4B4F-99DB-64183A771F7F}" srcOrd="3" destOrd="0" presId="urn:microsoft.com/office/officeart/2016/7/layout/BasicLinearProcessNumbered"/>
    <dgm:cxn modelId="{F5E1621D-48E3-4CAF-96BD-59DBFDCAD305}" type="presParOf" srcId="{B21A0E6E-B807-446B-BBB0-091E49A5ECC4}" destId="{8CE687C0-EE9C-425A-A2B5-AD86850387FF}" srcOrd="1" destOrd="0" presId="urn:microsoft.com/office/officeart/2016/7/layout/BasicLinearProcessNumbered"/>
    <dgm:cxn modelId="{E7E54168-8CFD-4BF3-888F-FD4F5B7D8B5E}" type="presParOf" srcId="{B21A0E6E-B807-446B-BBB0-091E49A5ECC4}" destId="{7B8AAD21-3096-4C22-933B-07B68F3E6B8E}" srcOrd="2" destOrd="0" presId="urn:microsoft.com/office/officeart/2016/7/layout/BasicLinearProcessNumbered"/>
    <dgm:cxn modelId="{077A7504-BB23-41AC-BEF4-3A163543CDA4}" type="presParOf" srcId="{7B8AAD21-3096-4C22-933B-07B68F3E6B8E}" destId="{CCAA77D6-3105-4844-8CDB-FB625AF2EBD8}" srcOrd="0" destOrd="0" presId="urn:microsoft.com/office/officeart/2016/7/layout/BasicLinearProcessNumbered"/>
    <dgm:cxn modelId="{F98C73AC-47B6-4C07-A57C-F8F4813566FB}" type="presParOf" srcId="{7B8AAD21-3096-4C22-933B-07B68F3E6B8E}" destId="{2B5F2ECC-A55D-4DAE-A8F2-B779FA86D71D}" srcOrd="1" destOrd="0" presId="urn:microsoft.com/office/officeart/2016/7/layout/BasicLinearProcessNumbered"/>
    <dgm:cxn modelId="{79AD9CFF-6E78-4FED-AC5B-FF17B2B214FD}" type="presParOf" srcId="{7B8AAD21-3096-4C22-933B-07B68F3E6B8E}" destId="{0F547E79-2523-4DB3-9C08-95DD27A51AC4}" srcOrd="2" destOrd="0" presId="urn:microsoft.com/office/officeart/2016/7/layout/BasicLinearProcessNumbered"/>
    <dgm:cxn modelId="{7C626FAE-2B73-4524-8EEF-F62CF34FA1DE}" type="presParOf" srcId="{7B8AAD21-3096-4C22-933B-07B68F3E6B8E}" destId="{4DA62905-7560-4BF9-A094-CC9446E5BA1A}" srcOrd="3" destOrd="0" presId="urn:microsoft.com/office/officeart/2016/7/layout/BasicLinearProcessNumbered"/>
    <dgm:cxn modelId="{7D2653EA-A23E-48B4-A4B3-BE49365304C7}" type="presParOf" srcId="{B21A0E6E-B807-446B-BBB0-091E49A5ECC4}" destId="{26EE6001-67E2-4140-9262-68B17706FA51}" srcOrd="3" destOrd="0" presId="urn:microsoft.com/office/officeart/2016/7/layout/BasicLinearProcessNumbered"/>
    <dgm:cxn modelId="{ED7339BA-CC46-4E28-A4AF-2E6B8683A4BA}" type="presParOf" srcId="{B21A0E6E-B807-446B-BBB0-091E49A5ECC4}" destId="{77B6F255-22B5-4748-8F3D-23282DA77972}" srcOrd="4" destOrd="0" presId="urn:microsoft.com/office/officeart/2016/7/layout/BasicLinearProcessNumbered"/>
    <dgm:cxn modelId="{EFE271C9-458C-4ED3-8BD7-58882F082DE3}" type="presParOf" srcId="{77B6F255-22B5-4748-8F3D-23282DA77972}" destId="{A83466D0-E506-4378-9B7F-301CCCA9AA58}" srcOrd="0" destOrd="0" presId="urn:microsoft.com/office/officeart/2016/7/layout/BasicLinearProcessNumbered"/>
    <dgm:cxn modelId="{5B2DBCEC-4C54-4C01-9F32-377CE74586F0}" type="presParOf" srcId="{77B6F255-22B5-4748-8F3D-23282DA77972}" destId="{D5BFD8C4-B0B0-4D99-8A71-1E878B2E3CA9}" srcOrd="1" destOrd="0" presId="urn:microsoft.com/office/officeart/2016/7/layout/BasicLinearProcessNumbered"/>
    <dgm:cxn modelId="{81D97050-8CBF-4CF3-B24B-EE7DE6D61653}" type="presParOf" srcId="{77B6F255-22B5-4748-8F3D-23282DA77972}" destId="{FBB7C4FD-8A9F-4AD2-82BE-0373CF9AA0DF}" srcOrd="2" destOrd="0" presId="urn:microsoft.com/office/officeart/2016/7/layout/BasicLinearProcessNumbered"/>
    <dgm:cxn modelId="{EA4E8C76-0FB2-4EA6-BF00-C308682E9A72}" type="presParOf" srcId="{77B6F255-22B5-4748-8F3D-23282DA77972}" destId="{0EDF6403-EC00-4F95-9F87-69EB720042A9}" srcOrd="3" destOrd="0" presId="urn:microsoft.com/office/officeart/2016/7/layout/BasicLinearProcessNumbered"/>
    <dgm:cxn modelId="{F51784D6-E7D1-4026-8E06-1B0BFBBBCD0E}" type="presParOf" srcId="{B21A0E6E-B807-446B-BBB0-091E49A5ECC4}" destId="{89C4421D-D6E9-457C-9B10-87EF5AE54EE2}" srcOrd="5" destOrd="0" presId="urn:microsoft.com/office/officeart/2016/7/layout/BasicLinearProcessNumbered"/>
    <dgm:cxn modelId="{0B60D40B-AEDF-4C62-8E6B-BB0FAB939375}" type="presParOf" srcId="{B21A0E6E-B807-446B-BBB0-091E49A5ECC4}" destId="{58CE3DD2-7C37-4780-A232-64B411CD5C2A}" srcOrd="6" destOrd="0" presId="urn:microsoft.com/office/officeart/2016/7/layout/BasicLinearProcessNumbered"/>
    <dgm:cxn modelId="{684C4032-A8D3-413D-98CD-3217085097D8}" type="presParOf" srcId="{58CE3DD2-7C37-4780-A232-64B411CD5C2A}" destId="{05B08170-2A51-4B84-8E36-316A2FB8E2A8}" srcOrd="0" destOrd="0" presId="urn:microsoft.com/office/officeart/2016/7/layout/BasicLinearProcessNumbered"/>
    <dgm:cxn modelId="{AEFBF552-5EEA-4385-A086-2E16F0DCD4D9}" type="presParOf" srcId="{58CE3DD2-7C37-4780-A232-64B411CD5C2A}" destId="{0349DC70-AA64-453F-AC82-88C5373EC56D}" srcOrd="1" destOrd="0" presId="urn:microsoft.com/office/officeart/2016/7/layout/BasicLinearProcessNumbered"/>
    <dgm:cxn modelId="{678F2425-924D-4213-BB74-23B24F5E8768}" type="presParOf" srcId="{58CE3DD2-7C37-4780-A232-64B411CD5C2A}" destId="{68014E59-C244-40B8-9FD9-89F7A544623F}" srcOrd="2" destOrd="0" presId="urn:microsoft.com/office/officeart/2016/7/layout/BasicLinearProcessNumbered"/>
    <dgm:cxn modelId="{035D93B5-99B1-40BF-9DDA-A5333939637E}" type="presParOf" srcId="{58CE3DD2-7C37-4780-A232-64B411CD5C2A}" destId="{BC9710CB-0917-4677-9D54-6DD24C5C3439}" srcOrd="3" destOrd="0" presId="urn:microsoft.com/office/officeart/2016/7/layout/BasicLinearProcessNumbered"/>
    <dgm:cxn modelId="{007BA4E0-3DB7-47E1-933F-302FFBCA9110}" type="presParOf" srcId="{B21A0E6E-B807-446B-BBB0-091E49A5ECC4}" destId="{F1FDFD07-7069-4B72-8AD7-07C40EACAEBD}" srcOrd="7" destOrd="0" presId="urn:microsoft.com/office/officeart/2016/7/layout/BasicLinearProcessNumbered"/>
    <dgm:cxn modelId="{85F80C66-FE12-49C1-92A2-2B2B2491806B}" type="presParOf" srcId="{B21A0E6E-B807-446B-BBB0-091E49A5ECC4}" destId="{63761A0A-20D0-4BB4-A1C2-2C736FF29734}" srcOrd="8" destOrd="0" presId="urn:microsoft.com/office/officeart/2016/7/layout/BasicLinearProcessNumbered"/>
    <dgm:cxn modelId="{EEFA9997-E09D-4F56-B922-FA27539D0F68}" type="presParOf" srcId="{63761A0A-20D0-4BB4-A1C2-2C736FF29734}" destId="{16E6F7E5-197D-4AF7-A828-70AA8147B344}" srcOrd="0" destOrd="0" presId="urn:microsoft.com/office/officeart/2016/7/layout/BasicLinearProcessNumbered"/>
    <dgm:cxn modelId="{ACCC7FCB-752B-4EEA-B3A8-00E263CEFC2B}" type="presParOf" srcId="{63761A0A-20D0-4BB4-A1C2-2C736FF29734}" destId="{9B697E99-C80F-4754-858A-F159AEA84C88}" srcOrd="1" destOrd="0" presId="urn:microsoft.com/office/officeart/2016/7/layout/BasicLinearProcessNumbered"/>
    <dgm:cxn modelId="{BF40A966-61CA-4A09-8040-DFEC87844F79}" type="presParOf" srcId="{63761A0A-20D0-4BB4-A1C2-2C736FF29734}" destId="{A196F8AA-22A8-4A31-94A4-0BFEDF4CB880}" srcOrd="2" destOrd="0" presId="urn:microsoft.com/office/officeart/2016/7/layout/BasicLinearProcessNumbered"/>
    <dgm:cxn modelId="{CD08EF2C-22B6-4878-9452-DF30D16366C1}" type="presParOf" srcId="{63761A0A-20D0-4BB4-A1C2-2C736FF29734}" destId="{2B22DDA2-9114-4144-985F-2FC2B16D35C1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3793126-275C-4105-9AC6-3E8CC7C1FE28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272BF80-B15B-41D3-B98A-01E5F10C5972}">
      <dgm:prSet custT="1"/>
      <dgm:spPr>
        <a:xfrm>
          <a:off x="2801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1. Formulate H₀ and H₁</a:t>
          </a:r>
        </a:p>
      </dgm:t>
    </dgm:pt>
    <dgm:pt modelId="{C2AAA2C8-534B-438E-AC89-1CD7B1B34FDB}" type="parTrans" cxnId="{5EDB7397-6B23-4F1C-BA7C-FB6F5605DCF3}">
      <dgm:prSet/>
      <dgm:spPr/>
      <dgm:t>
        <a:bodyPr/>
        <a:lstStyle/>
        <a:p>
          <a:endParaRPr lang="en-US" sz="2400"/>
        </a:p>
      </dgm:t>
    </dgm:pt>
    <dgm:pt modelId="{251FA6B0-9B02-4F03-96E8-880BEDA9DC4A}" type="sibTrans" cxnId="{5EDB7397-6B23-4F1C-BA7C-FB6F5605DCF3}">
      <dgm:prSet phldrT="1" phldr="0" custT="1"/>
      <dgm:spPr>
        <a:xfrm>
          <a:off x="442649" y="1247041"/>
          <a:ext cx="637020" cy="637020"/>
        </a:xfrm>
        <a:prstGeom prst="ellipse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1</a:t>
          </a:r>
        </a:p>
      </dgm:t>
    </dgm:pt>
    <dgm:pt modelId="{527ACD2C-3D1A-4F4E-ADAC-2E0CF11CB429}">
      <dgm:prSet custT="1"/>
      <dgm:spPr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65178" tIns="330200" rIns="165178" bIns="330200" numCol="1" spcCol="1270" anchor="t" anchorCtr="0"/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2. Choose α</a:t>
          </a:r>
        </a:p>
      </dgm:t>
    </dgm:pt>
    <dgm:pt modelId="{B0CE9C4D-88A5-45AE-AA9D-4D9A776439F1}" type="parTrans" cxnId="{82A4D16A-BF27-4AAD-8F90-16592DEB6686}">
      <dgm:prSet/>
      <dgm:spPr/>
      <dgm:t>
        <a:bodyPr/>
        <a:lstStyle/>
        <a:p>
          <a:endParaRPr lang="en-US" sz="2400"/>
        </a:p>
      </dgm:t>
    </dgm:pt>
    <dgm:pt modelId="{D45242D8-A887-446C-B376-892C86E41701}" type="sibTrans" cxnId="{82A4D16A-BF27-4AAD-8F90-16592DEB6686}">
      <dgm:prSet phldrT="2" phldr="0" custT="1"/>
      <dgm:spPr>
        <a:xfrm>
          <a:off x="2111037" y="1247041"/>
          <a:ext cx="637020" cy="637020"/>
        </a:xfrm>
        <a:prstGeom prst="ellipse">
          <a:avLst/>
        </a:prstGeom>
        <a:solidFill>
          <a:srgbClr val="C0504D">
            <a:hueOff val="1040338"/>
            <a:satOff val="-1298"/>
            <a:lumOff val="305"/>
            <a:alphaOff val="0"/>
          </a:srgbClr>
        </a:solidFill>
        <a:ln w="25400" cap="flat" cmpd="sng" algn="ctr">
          <a:solidFill>
            <a:srgbClr val="C0504D">
              <a:hueOff val="1040338"/>
              <a:satOff val="-1298"/>
              <a:lumOff val="305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2</a:t>
          </a:r>
        </a:p>
      </dgm:t>
    </dgm:pt>
    <dgm:pt modelId="{9A15EDEE-F983-4250-94D5-CFF6F635A413}">
      <dgm:prSet custT="1"/>
      <dgm:spPr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65178" tIns="330200" rIns="165178" bIns="330200" numCol="1" spcCol="1270" anchor="t" anchorCtr="0"/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3. Select Test</a:t>
          </a:r>
        </a:p>
      </dgm:t>
    </dgm:pt>
    <dgm:pt modelId="{0865333E-710E-4274-8A9F-8828D714E85B}" type="parTrans" cxnId="{3E26F86A-B0E6-4DE3-8AEC-77CBB835B9E6}">
      <dgm:prSet/>
      <dgm:spPr/>
      <dgm:t>
        <a:bodyPr/>
        <a:lstStyle/>
        <a:p>
          <a:endParaRPr lang="en-US" sz="2400"/>
        </a:p>
      </dgm:t>
    </dgm:pt>
    <dgm:pt modelId="{8ABA5563-B33F-4ED8-8F29-FEEAEA20B4FF}" type="sibTrans" cxnId="{3E26F86A-B0E6-4DE3-8AEC-77CBB835B9E6}">
      <dgm:prSet phldrT="3" phldr="0" custT="1"/>
      <dgm:spPr>
        <a:xfrm>
          <a:off x="3779425" y="1247041"/>
          <a:ext cx="637020" cy="637020"/>
        </a:xfrm>
        <a:prstGeom prst="ellipse">
          <a:avLst/>
        </a:prstGeom>
        <a:solidFill>
          <a:srgbClr val="C0504D">
            <a:hueOff val="2080675"/>
            <a:satOff val="-2595"/>
            <a:lumOff val="610"/>
            <a:alphaOff val="0"/>
          </a:srgbClr>
        </a:solidFill>
        <a:ln w="25400" cap="flat" cmpd="sng" algn="ctr">
          <a:solidFill>
            <a:srgbClr val="C0504D">
              <a:hueOff val="2080675"/>
              <a:satOff val="-2595"/>
              <a:lumOff val="61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3</a:t>
          </a:r>
        </a:p>
      </dgm:t>
    </dgm:pt>
    <dgm:pt modelId="{10D4076C-31F4-4AC5-9E7D-358D5C5EBEDC}">
      <dgm:prSet custT="1"/>
      <dgm:spPr>
        <a:solidFill>
          <a:srgbClr val="FFFF00">
            <a:alpha val="90000"/>
          </a:srgbClr>
        </a:solidFill>
        <a:ln w="25400" cap="flat" cmpd="sng" algn="ctr">
          <a:solidFill>
            <a:srgbClr val="C0504D">
              <a:tint val="40000"/>
              <a:alpha val="90000"/>
              <a:hueOff val="1256455"/>
              <a:satOff val="-1094"/>
              <a:lumOff val="-1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65178" tIns="330200" rIns="165178" bIns="330200" numCol="1" spcCol="1270" anchor="t" anchorCtr="0"/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4. Calculate Test Statistic</a:t>
          </a:r>
        </a:p>
      </dgm:t>
    </dgm:pt>
    <dgm:pt modelId="{66D82C1A-FF0B-4962-8AF2-DEE0D6B2954B}" type="parTrans" cxnId="{8E304737-40C9-417D-B62C-D12184BE209A}">
      <dgm:prSet/>
      <dgm:spPr/>
      <dgm:t>
        <a:bodyPr/>
        <a:lstStyle/>
        <a:p>
          <a:endParaRPr lang="en-US" sz="2400"/>
        </a:p>
      </dgm:t>
    </dgm:pt>
    <dgm:pt modelId="{0320836D-D6B6-4442-A8E0-C4ADF4E4FBB5}" type="sibTrans" cxnId="{8E304737-40C9-417D-B62C-D12184BE209A}">
      <dgm:prSet phldrT="4" phldr="0" custT="1"/>
      <dgm:spPr>
        <a:xfrm>
          <a:off x="5447813" y="1247041"/>
          <a:ext cx="637020" cy="637020"/>
        </a:xfrm>
        <a:prstGeom prst="ellipse">
          <a:avLst/>
        </a:prstGeom>
        <a:solidFill>
          <a:srgbClr val="C0504D">
            <a:hueOff val="3121013"/>
            <a:satOff val="-3893"/>
            <a:lumOff val="915"/>
            <a:alphaOff val="0"/>
          </a:srgbClr>
        </a:solidFill>
        <a:ln w="25400" cap="flat" cmpd="sng" algn="ctr">
          <a:solidFill>
            <a:srgbClr val="C0504D">
              <a:hueOff val="3121013"/>
              <a:satOff val="-3893"/>
              <a:lumOff val="915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4</a:t>
          </a:r>
        </a:p>
      </dgm:t>
    </dgm:pt>
    <dgm:pt modelId="{5C54DA42-9DF7-4B89-AE29-D208BD838CE4}">
      <dgm:prSet custT="1"/>
      <dgm:spPr>
        <a:xfrm>
          <a:off x="6676353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5025821"/>
            <a:satOff val="-4378"/>
            <a:lumOff val="-6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5025821"/>
              <a:satOff val="-4378"/>
              <a:lumOff val="-6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5. Make Decision</a:t>
          </a:r>
        </a:p>
      </dgm:t>
    </dgm:pt>
    <dgm:pt modelId="{DC8584D3-6C21-479D-B929-2F465C070C1D}" type="parTrans" cxnId="{A83FC9F7-8B72-404E-8675-4C1BD12762D3}">
      <dgm:prSet/>
      <dgm:spPr/>
      <dgm:t>
        <a:bodyPr/>
        <a:lstStyle/>
        <a:p>
          <a:endParaRPr lang="en-US" sz="2400"/>
        </a:p>
      </dgm:t>
    </dgm:pt>
    <dgm:pt modelId="{09300398-15EE-47DB-902E-E2AC68FFA4CE}" type="sibTrans" cxnId="{A83FC9F7-8B72-404E-8675-4C1BD12762D3}">
      <dgm:prSet phldrT="5" phldr="0" custT="1"/>
      <dgm:spPr>
        <a:xfrm>
          <a:off x="7116201" y="1247041"/>
          <a:ext cx="637020" cy="637020"/>
        </a:xfrm>
        <a:prstGeom prst="ellipse">
          <a:avLst/>
        </a:prstGeom>
        <a:solidFill>
          <a:srgbClr val="C0504D">
            <a:hueOff val="4161350"/>
            <a:satOff val="-5190"/>
            <a:lumOff val="1220"/>
            <a:alphaOff val="0"/>
          </a:srgbClr>
        </a:solidFill>
        <a:ln w="25400" cap="flat" cmpd="sng" algn="ctr">
          <a:solidFill>
            <a:srgbClr val="C0504D">
              <a:hueOff val="4161350"/>
              <a:satOff val="-5190"/>
              <a:lumOff val="122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5</a:t>
          </a:r>
        </a:p>
      </dgm:t>
    </dgm:pt>
    <dgm:pt modelId="{B21A0E6E-B807-446B-BBB0-091E49A5ECC4}" type="pres">
      <dgm:prSet presAssocID="{63793126-275C-4105-9AC6-3E8CC7C1FE28}" presName="Name0" presStyleCnt="0">
        <dgm:presLayoutVars>
          <dgm:animLvl val="lvl"/>
          <dgm:resizeHandles val="exact"/>
        </dgm:presLayoutVars>
      </dgm:prSet>
      <dgm:spPr/>
    </dgm:pt>
    <dgm:pt modelId="{687830B8-87D9-439C-A0F6-42855F016002}" type="pres">
      <dgm:prSet presAssocID="{2272BF80-B15B-41D3-B98A-01E5F10C5972}" presName="compositeNode" presStyleCnt="0">
        <dgm:presLayoutVars>
          <dgm:bulletEnabled val="1"/>
        </dgm:presLayoutVars>
      </dgm:prSet>
      <dgm:spPr/>
    </dgm:pt>
    <dgm:pt modelId="{0A469CC7-1368-443F-99BE-B318A37FD825}" type="pres">
      <dgm:prSet presAssocID="{2272BF80-B15B-41D3-B98A-01E5F10C5972}" presName="bgRect" presStyleLbl="bgAccFollowNode1" presStyleIdx="0" presStyleCnt="5"/>
      <dgm:spPr/>
    </dgm:pt>
    <dgm:pt modelId="{7769DB0C-F4C5-43F4-A2EE-C59E985FA7D1}" type="pres">
      <dgm:prSet presAssocID="{251FA6B0-9B02-4F03-96E8-880BEDA9DC4A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676BAA43-BB4F-44FD-8F7F-BAB3B4D8CE05}" type="pres">
      <dgm:prSet presAssocID="{2272BF80-B15B-41D3-B98A-01E5F10C5972}" presName="bottomLine" presStyleLbl="alignNode1" presStyleIdx="1" presStyleCnt="10">
        <dgm:presLayoutVars/>
      </dgm:prSet>
      <dgm:spPr>
        <a:xfrm>
          <a:off x="2801" y="3158031"/>
          <a:ext cx="1516716" cy="72"/>
        </a:xfrm>
        <a:prstGeom prst="rect">
          <a:avLst/>
        </a:prstGeom>
        <a:solidFill>
          <a:srgbClr val="C0504D">
            <a:hueOff val="520169"/>
            <a:satOff val="-649"/>
            <a:lumOff val="153"/>
            <a:alphaOff val="0"/>
          </a:srgbClr>
        </a:solidFill>
        <a:ln w="25400" cap="flat" cmpd="sng" algn="ctr">
          <a:solidFill>
            <a:srgbClr val="C0504D">
              <a:hueOff val="520169"/>
              <a:satOff val="-649"/>
              <a:lumOff val="153"/>
              <a:alphaOff val="0"/>
            </a:srgbClr>
          </a:solidFill>
          <a:prstDash val="solid"/>
        </a:ln>
        <a:effectLst/>
      </dgm:spPr>
    </dgm:pt>
    <dgm:pt modelId="{A79AB681-99BB-4B4F-99DB-64183A771F7F}" type="pres">
      <dgm:prSet presAssocID="{2272BF80-B15B-41D3-B98A-01E5F10C5972}" presName="nodeText" presStyleLbl="bgAccFollowNode1" presStyleIdx="0" presStyleCnt="5">
        <dgm:presLayoutVars>
          <dgm:bulletEnabled val="1"/>
        </dgm:presLayoutVars>
      </dgm:prSet>
      <dgm:spPr/>
    </dgm:pt>
    <dgm:pt modelId="{8CE687C0-EE9C-425A-A2B5-AD86850387FF}" type="pres">
      <dgm:prSet presAssocID="{251FA6B0-9B02-4F03-96E8-880BEDA9DC4A}" presName="sibTrans" presStyleCnt="0"/>
      <dgm:spPr/>
    </dgm:pt>
    <dgm:pt modelId="{7B8AAD21-3096-4C22-933B-07B68F3E6B8E}" type="pres">
      <dgm:prSet presAssocID="{527ACD2C-3D1A-4F4E-ADAC-2E0CF11CB429}" presName="compositeNode" presStyleCnt="0">
        <dgm:presLayoutVars>
          <dgm:bulletEnabled val="1"/>
        </dgm:presLayoutVars>
      </dgm:prSet>
      <dgm:spPr/>
    </dgm:pt>
    <dgm:pt modelId="{CCAA77D6-3105-4844-8CDB-FB625AF2EBD8}" type="pres">
      <dgm:prSet presAssocID="{527ACD2C-3D1A-4F4E-ADAC-2E0CF11CB429}" presName="bgRect" presStyleLbl="bgAccFollowNode1" presStyleIdx="1" presStyleCnt="5"/>
      <dgm:spPr>
        <a:xfrm>
          <a:off x="2334419" y="683207"/>
          <a:ext cx="2118642" cy="2966099"/>
        </a:xfrm>
        <a:prstGeom prst="rect">
          <a:avLst/>
        </a:prstGeom>
      </dgm:spPr>
    </dgm:pt>
    <dgm:pt modelId="{2B5F2ECC-A55D-4DAE-A8F2-B779FA86D71D}" type="pres">
      <dgm:prSet presAssocID="{D45242D8-A887-446C-B376-892C86E41701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0F547E79-2523-4DB3-9C08-95DD27A51AC4}" type="pres">
      <dgm:prSet presAssocID="{527ACD2C-3D1A-4F4E-ADAC-2E0CF11CB429}" presName="bottomLine" presStyleLbl="alignNode1" presStyleIdx="3" presStyleCnt="10">
        <dgm:presLayoutVars/>
      </dgm:prSet>
      <dgm:spPr>
        <a:xfrm>
          <a:off x="1671189" y="3158031"/>
          <a:ext cx="1516716" cy="72"/>
        </a:xfrm>
        <a:prstGeom prst="rect">
          <a:avLst/>
        </a:prstGeom>
        <a:solidFill>
          <a:srgbClr val="C0504D">
            <a:hueOff val="1560506"/>
            <a:satOff val="-1946"/>
            <a:lumOff val="458"/>
            <a:alphaOff val="0"/>
          </a:srgbClr>
        </a:solidFill>
        <a:ln w="25400" cap="flat" cmpd="sng" algn="ctr">
          <a:solidFill>
            <a:srgbClr val="C0504D">
              <a:hueOff val="1560506"/>
              <a:satOff val="-1946"/>
              <a:lumOff val="458"/>
              <a:alphaOff val="0"/>
            </a:srgbClr>
          </a:solidFill>
          <a:prstDash val="solid"/>
        </a:ln>
        <a:effectLst/>
      </dgm:spPr>
    </dgm:pt>
    <dgm:pt modelId="{4DA62905-7560-4BF9-A094-CC9446E5BA1A}" type="pres">
      <dgm:prSet presAssocID="{527ACD2C-3D1A-4F4E-ADAC-2E0CF11CB429}" presName="nodeText" presStyleLbl="bgAccFollowNode1" presStyleIdx="1" presStyleCnt="5">
        <dgm:presLayoutVars>
          <dgm:bulletEnabled val="1"/>
        </dgm:presLayoutVars>
      </dgm:prSet>
      <dgm:spPr/>
    </dgm:pt>
    <dgm:pt modelId="{26EE6001-67E2-4140-9262-68B17706FA51}" type="pres">
      <dgm:prSet presAssocID="{D45242D8-A887-446C-B376-892C86E41701}" presName="sibTrans" presStyleCnt="0"/>
      <dgm:spPr/>
    </dgm:pt>
    <dgm:pt modelId="{77B6F255-22B5-4748-8F3D-23282DA77972}" type="pres">
      <dgm:prSet presAssocID="{9A15EDEE-F983-4250-94D5-CFF6F635A413}" presName="compositeNode" presStyleCnt="0">
        <dgm:presLayoutVars>
          <dgm:bulletEnabled val="1"/>
        </dgm:presLayoutVars>
      </dgm:prSet>
      <dgm:spPr/>
    </dgm:pt>
    <dgm:pt modelId="{A83466D0-E506-4378-9B7F-301CCCA9AA58}" type="pres">
      <dgm:prSet presAssocID="{9A15EDEE-F983-4250-94D5-CFF6F635A413}" presName="bgRect" presStyleLbl="bgAccFollowNode1" presStyleIdx="2" presStyleCnt="5"/>
      <dgm:spPr>
        <a:xfrm>
          <a:off x="4664926" y="683207"/>
          <a:ext cx="2118642" cy="2966099"/>
        </a:xfrm>
        <a:prstGeom prst="rect">
          <a:avLst/>
        </a:prstGeom>
      </dgm:spPr>
    </dgm:pt>
    <dgm:pt modelId="{D5BFD8C4-B0B0-4D99-8A71-1E878B2E3CA9}" type="pres">
      <dgm:prSet presAssocID="{8ABA5563-B33F-4ED8-8F29-FEEAEA20B4FF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FBB7C4FD-8A9F-4AD2-82BE-0373CF9AA0DF}" type="pres">
      <dgm:prSet presAssocID="{9A15EDEE-F983-4250-94D5-CFF6F635A413}" presName="bottomLine" presStyleLbl="alignNode1" presStyleIdx="5" presStyleCnt="10">
        <dgm:presLayoutVars/>
      </dgm:prSet>
      <dgm:spPr>
        <a:xfrm>
          <a:off x="3339577" y="3158031"/>
          <a:ext cx="1516716" cy="72"/>
        </a:xfrm>
        <a:prstGeom prst="rect">
          <a:avLst/>
        </a:prstGeom>
        <a:solidFill>
          <a:srgbClr val="C0504D">
            <a:hueOff val="2600844"/>
            <a:satOff val="-3244"/>
            <a:lumOff val="763"/>
            <a:alphaOff val="0"/>
          </a:srgbClr>
        </a:solidFill>
        <a:ln w="25400" cap="flat" cmpd="sng" algn="ctr">
          <a:solidFill>
            <a:srgbClr val="C0504D">
              <a:hueOff val="2600844"/>
              <a:satOff val="-3244"/>
              <a:lumOff val="763"/>
              <a:alphaOff val="0"/>
            </a:srgbClr>
          </a:solidFill>
          <a:prstDash val="solid"/>
        </a:ln>
        <a:effectLst/>
      </dgm:spPr>
    </dgm:pt>
    <dgm:pt modelId="{0EDF6403-EC00-4F95-9F87-69EB720042A9}" type="pres">
      <dgm:prSet presAssocID="{9A15EDEE-F983-4250-94D5-CFF6F635A413}" presName="nodeText" presStyleLbl="bgAccFollowNode1" presStyleIdx="2" presStyleCnt="5">
        <dgm:presLayoutVars>
          <dgm:bulletEnabled val="1"/>
        </dgm:presLayoutVars>
      </dgm:prSet>
      <dgm:spPr/>
    </dgm:pt>
    <dgm:pt modelId="{89C4421D-D6E9-457C-9B10-87EF5AE54EE2}" type="pres">
      <dgm:prSet presAssocID="{8ABA5563-B33F-4ED8-8F29-FEEAEA20B4FF}" presName="sibTrans" presStyleCnt="0"/>
      <dgm:spPr/>
    </dgm:pt>
    <dgm:pt modelId="{58CE3DD2-7C37-4780-A232-64B411CD5C2A}" type="pres">
      <dgm:prSet presAssocID="{10D4076C-31F4-4AC5-9E7D-358D5C5EBEDC}" presName="compositeNode" presStyleCnt="0">
        <dgm:presLayoutVars>
          <dgm:bulletEnabled val="1"/>
        </dgm:presLayoutVars>
      </dgm:prSet>
      <dgm:spPr/>
    </dgm:pt>
    <dgm:pt modelId="{05B08170-2A51-4B84-8E36-316A2FB8E2A8}" type="pres">
      <dgm:prSet presAssocID="{10D4076C-31F4-4AC5-9E7D-358D5C5EBEDC}" presName="bgRect" presStyleLbl="bgAccFollowNode1" presStyleIdx="3" presStyleCnt="5"/>
      <dgm:spPr>
        <a:xfrm>
          <a:off x="6995432" y="683207"/>
          <a:ext cx="2118642" cy="2966099"/>
        </a:xfrm>
        <a:prstGeom prst="rect">
          <a:avLst/>
        </a:prstGeom>
      </dgm:spPr>
    </dgm:pt>
    <dgm:pt modelId="{0349DC70-AA64-453F-AC82-88C5373EC56D}" type="pres">
      <dgm:prSet presAssocID="{0320836D-D6B6-4442-A8E0-C4ADF4E4FBB5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68014E59-C244-40B8-9FD9-89F7A544623F}" type="pres">
      <dgm:prSet presAssocID="{10D4076C-31F4-4AC5-9E7D-358D5C5EBEDC}" presName="bottomLine" presStyleLbl="alignNode1" presStyleIdx="7" presStyleCnt="10">
        <dgm:presLayoutVars/>
      </dgm:prSet>
      <dgm:spPr>
        <a:xfrm>
          <a:off x="5007965" y="3158031"/>
          <a:ext cx="1516716" cy="72"/>
        </a:xfrm>
        <a:prstGeom prst="rect">
          <a:avLst/>
        </a:prstGeom>
        <a:solidFill>
          <a:srgbClr val="C0504D">
            <a:hueOff val="3641181"/>
            <a:satOff val="-4541"/>
            <a:lumOff val="1068"/>
            <a:alphaOff val="0"/>
          </a:srgbClr>
        </a:solidFill>
        <a:ln w="25400" cap="flat" cmpd="sng" algn="ctr">
          <a:solidFill>
            <a:srgbClr val="C0504D">
              <a:hueOff val="3641181"/>
              <a:satOff val="-4541"/>
              <a:lumOff val="1068"/>
              <a:alphaOff val="0"/>
            </a:srgbClr>
          </a:solidFill>
          <a:prstDash val="solid"/>
        </a:ln>
        <a:effectLst/>
      </dgm:spPr>
    </dgm:pt>
    <dgm:pt modelId="{BC9710CB-0917-4677-9D54-6DD24C5C3439}" type="pres">
      <dgm:prSet presAssocID="{10D4076C-31F4-4AC5-9E7D-358D5C5EBEDC}" presName="nodeText" presStyleLbl="bgAccFollowNode1" presStyleIdx="3" presStyleCnt="5">
        <dgm:presLayoutVars>
          <dgm:bulletEnabled val="1"/>
        </dgm:presLayoutVars>
      </dgm:prSet>
      <dgm:spPr/>
    </dgm:pt>
    <dgm:pt modelId="{F1FDFD07-7069-4B72-8AD7-07C40EACAEBD}" type="pres">
      <dgm:prSet presAssocID="{0320836D-D6B6-4442-A8E0-C4ADF4E4FBB5}" presName="sibTrans" presStyleCnt="0"/>
      <dgm:spPr/>
    </dgm:pt>
    <dgm:pt modelId="{63761A0A-20D0-4BB4-A1C2-2C736FF29734}" type="pres">
      <dgm:prSet presAssocID="{5C54DA42-9DF7-4B89-AE29-D208BD838CE4}" presName="compositeNode" presStyleCnt="0">
        <dgm:presLayoutVars>
          <dgm:bulletEnabled val="1"/>
        </dgm:presLayoutVars>
      </dgm:prSet>
      <dgm:spPr/>
    </dgm:pt>
    <dgm:pt modelId="{16E6F7E5-197D-4AF7-A828-70AA8147B344}" type="pres">
      <dgm:prSet presAssocID="{5C54DA42-9DF7-4B89-AE29-D208BD838CE4}" presName="bgRect" presStyleLbl="bgAccFollowNode1" presStyleIdx="4" presStyleCnt="5"/>
      <dgm:spPr/>
    </dgm:pt>
    <dgm:pt modelId="{9B697E99-C80F-4754-858A-F159AEA84C88}" type="pres">
      <dgm:prSet presAssocID="{09300398-15EE-47DB-902E-E2AC68FFA4CE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A196F8AA-22A8-4A31-94A4-0BFEDF4CB880}" type="pres">
      <dgm:prSet presAssocID="{5C54DA42-9DF7-4B89-AE29-D208BD838CE4}" presName="bottomLine" presStyleLbl="alignNode1" presStyleIdx="9" presStyleCnt="10">
        <dgm:presLayoutVars/>
      </dgm:prSet>
      <dgm:spPr>
        <a:xfrm>
          <a:off x="6676353" y="3158031"/>
          <a:ext cx="1516716" cy="72"/>
        </a:xfrm>
        <a:prstGeom prst="rect">
          <a:avLst/>
        </a:prstGeom>
        <a:solidFill>
          <a:srgbClr val="C0504D">
            <a:hueOff val="4681519"/>
            <a:satOff val="-5839"/>
            <a:lumOff val="1373"/>
            <a:alphaOff val="0"/>
          </a:srgbClr>
        </a:solidFill>
        <a:ln w="25400" cap="flat" cmpd="sng" algn="ctr">
          <a:solidFill>
            <a:srgbClr val="C0504D">
              <a:hueOff val="4681519"/>
              <a:satOff val="-5839"/>
              <a:lumOff val="1373"/>
              <a:alphaOff val="0"/>
            </a:srgbClr>
          </a:solidFill>
          <a:prstDash val="solid"/>
        </a:ln>
        <a:effectLst/>
      </dgm:spPr>
    </dgm:pt>
    <dgm:pt modelId="{2B22DDA2-9114-4144-985F-2FC2B16D35C1}" type="pres">
      <dgm:prSet presAssocID="{5C54DA42-9DF7-4B89-AE29-D208BD838CE4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2D51A512-B220-4C03-89B3-A97817643805}" type="presOf" srcId="{10D4076C-31F4-4AC5-9E7D-358D5C5EBEDC}" destId="{BC9710CB-0917-4677-9D54-6DD24C5C3439}" srcOrd="1" destOrd="0" presId="urn:microsoft.com/office/officeart/2016/7/layout/BasicLinearProcessNumbered"/>
    <dgm:cxn modelId="{832BDC17-CCEA-42CB-B1D4-B94768790CB0}" type="presOf" srcId="{0320836D-D6B6-4442-A8E0-C4ADF4E4FBB5}" destId="{0349DC70-AA64-453F-AC82-88C5373EC56D}" srcOrd="0" destOrd="0" presId="urn:microsoft.com/office/officeart/2016/7/layout/BasicLinearProcessNumbered"/>
    <dgm:cxn modelId="{5DF9AB1A-D542-4F50-8C2A-08566BC748D6}" type="presOf" srcId="{10D4076C-31F4-4AC5-9E7D-358D5C5EBEDC}" destId="{05B08170-2A51-4B84-8E36-316A2FB8E2A8}" srcOrd="0" destOrd="0" presId="urn:microsoft.com/office/officeart/2016/7/layout/BasicLinearProcessNumbered"/>
    <dgm:cxn modelId="{8368C729-F0FD-4D74-8233-AF3DF9528B19}" type="presOf" srcId="{5C54DA42-9DF7-4B89-AE29-D208BD838CE4}" destId="{2B22DDA2-9114-4144-985F-2FC2B16D35C1}" srcOrd="1" destOrd="0" presId="urn:microsoft.com/office/officeart/2016/7/layout/BasicLinearProcessNumbered"/>
    <dgm:cxn modelId="{696A4A30-0697-4365-9CF8-B6082B48075D}" type="presOf" srcId="{2272BF80-B15B-41D3-B98A-01E5F10C5972}" destId="{A79AB681-99BB-4B4F-99DB-64183A771F7F}" srcOrd="1" destOrd="0" presId="urn:microsoft.com/office/officeart/2016/7/layout/BasicLinearProcessNumbered"/>
    <dgm:cxn modelId="{8E304737-40C9-417D-B62C-D12184BE209A}" srcId="{63793126-275C-4105-9AC6-3E8CC7C1FE28}" destId="{10D4076C-31F4-4AC5-9E7D-358D5C5EBEDC}" srcOrd="3" destOrd="0" parTransId="{66D82C1A-FF0B-4962-8AF2-DEE0D6B2954B}" sibTransId="{0320836D-D6B6-4442-A8E0-C4ADF4E4FBB5}"/>
    <dgm:cxn modelId="{82A4D16A-BF27-4AAD-8F90-16592DEB6686}" srcId="{63793126-275C-4105-9AC6-3E8CC7C1FE28}" destId="{527ACD2C-3D1A-4F4E-ADAC-2E0CF11CB429}" srcOrd="1" destOrd="0" parTransId="{B0CE9C4D-88A5-45AE-AA9D-4D9A776439F1}" sibTransId="{D45242D8-A887-446C-B376-892C86E41701}"/>
    <dgm:cxn modelId="{3E26F86A-B0E6-4DE3-8AEC-77CBB835B9E6}" srcId="{63793126-275C-4105-9AC6-3E8CC7C1FE28}" destId="{9A15EDEE-F983-4250-94D5-CFF6F635A413}" srcOrd="2" destOrd="0" parTransId="{0865333E-710E-4274-8A9F-8828D714E85B}" sibTransId="{8ABA5563-B33F-4ED8-8F29-FEEAEA20B4FF}"/>
    <dgm:cxn modelId="{4619554F-1E04-4F7B-BB04-F888132A816E}" type="presOf" srcId="{D45242D8-A887-446C-B376-892C86E41701}" destId="{2B5F2ECC-A55D-4DAE-A8F2-B779FA86D71D}" srcOrd="0" destOrd="0" presId="urn:microsoft.com/office/officeart/2016/7/layout/BasicLinearProcessNumbered"/>
    <dgm:cxn modelId="{37245B70-8A11-43DE-9244-E1959D7B0760}" type="presOf" srcId="{2272BF80-B15B-41D3-B98A-01E5F10C5972}" destId="{0A469CC7-1368-443F-99BE-B318A37FD825}" srcOrd="0" destOrd="0" presId="urn:microsoft.com/office/officeart/2016/7/layout/BasicLinearProcessNumbered"/>
    <dgm:cxn modelId="{5EDB7397-6B23-4F1C-BA7C-FB6F5605DCF3}" srcId="{63793126-275C-4105-9AC6-3E8CC7C1FE28}" destId="{2272BF80-B15B-41D3-B98A-01E5F10C5972}" srcOrd="0" destOrd="0" parTransId="{C2AAA2C8-534B-438E-AC89-1CD7B1B34FDB}" sibTransId="{251FA6B0-9B02-4F03-96E8-880BEDA9DC4A}"/>
    <dgm:cxn modelId="{84E5CC9E-FD2E-4C03-8A29-F792AF15B1EC}" type="presOf" srcId="{09300398-15EE-47DB-902E-E2AC68FFA4CE}" destId="{9B697E99-C80F-4754-858A-F159AEA84C88}" srcOrd="0" destOrd="0" presId="urn:microsoft.com/office/officeart/2016/7/layout/BasicLinearProcessNumbered"/>
    <dgm:cxn modelId="{74CEF0A6-BE43-4227-89CC-3C7ED10104A6}" type="presOf" srcId="{63793126-275C-4105-9AC6-3E8CC7C1FE28}" destId="{B21A0E6E-B807-446B-BBB0-091E49A5ECC4}" srcOrd="0" destOrd="0" presId="urn:microsoft.com/office/officeart/2016/7/layout/BasicLinearProcessNumbered"/>
    <dgm:cxn modelId="{05AD7FA8-5FE8-44AF-942E-061319EE960B}" type="presOf" srcId="{527ACD2C-3D1A-4F4E-ADAC-2E0CF11CB429}" destId="{CCAA77D6-3105-4844-8CDB-FB625AF2EBD8}" srcOrd="0" destOrd="0" presId="urn:microsoft.com/office/officeart/2016/7/layout/BasicLinearProcessNumbered"/>
    <dgm:cxn modelId="{042D34B9-1FEB-4D2A-84FA-C4A0C4D262B8}" type="presOf" srcId="{8ABA5563-B33F-4ED8-8F29-FEEAEA20B4FF}" destId="{D5BFD8C4-B0B0-4D99-8A71-1E878B2E3CA9}" srcOrd="0" destOrd="0" presId="urn:microsoft.com/office/officeart/2016/7/layout/BasicLinearProcessNumbered"/>
    <dgm:cxn modelId="{8C0AB2BA-32D2-498A-AE8C-024928A37B3E}" type="presOf" srcId="{527ACD2C-3D1A-4F4E-ADAC-2E0CF11CB429}" destId="{4DA62905-7560-4BF9-A094-CC9446E5BA1A}" srcOrd="1" destOrd="0" presId="urn:microsoft.com/office/officeart/2016/7/layout/BasicLinearProcessNumbered"/>
    <dgm:cxn modelId="{270D17BD-654D-44EE-A126-B0418BF04FFF}" type="presOf" srcId="{9A15EDEE-F983-4250-94D5-CFF6F635A413}" destId="{0EDF6403-EC00-4F95-9F87-69EB720042A9}" srcOrd="1" destOrd="0" presId="urn:microsoft.com/office/officeart/2016/7/layout/BasicLinearProcessNumbered"/>
    <dgm:cxn modelId="{008C22DE-886B-4A2B-AE6C-B88D8C0FE503}" type="presOf" srcId="{5C54DA42-9DF7-4B89-AE29-D208BD838CE4}" destId="{16E6F7E5-197D-4AF7-A828-70AA8147B344}" srcOrd="0" destOrd="0" presId="urn:microsoft.com/office/officeart/2016/7/layout/BasicLinearProcessNumbered"/>
    <dgm:cxn modelId="{727011E6-C211-4B3E-A418-7B7EC55039BD}" type="presOf" srcId="{9A15EDEE-F983-4250-94D5-CFF6F635A413}" destId="{A83466D0-E506-4378-9B7F-301CCCA9AA58}" srcOrd="0" destOrd="0" presId="urn:microsoft.com/office/officeart/2016/7/layout/BasicLinearProcessNumbered"/>
    <dgm:cxn modelId="{F1BFC6F6-DA81-460A-B106-0F9182957528}" type="presOf" srcId="{251FA6B0-9B02-4F03-96E8-880BEDA9DC4A}" destId="{7769DB0C-F4C5-43F4-A2EE-C59E985FA7D1}" srcOrd="0" destOrd="0" presId="urn:microsoft.com/office/officeart/2016/7/layout/BasicLinearProcessNumbered"/>
    <dgm:cxn modelId="{A83FC9F7-8B72-404E-8675-4C1BD12762D3}" srcId="{63793126-275C-4105-9AC6-3E8CC7C1FE28}" destId="{5C54DA42-9DF7-4B89-AE29-D208BD838CE4}" srcOrd="4" destOrd="0" parTransId="{DC8584D3-6C21-479D-B929-2F465C070C1D}" sibTransId="{09300398-15EE-47DB-902E-E2AC68FFA4CE}"/>
    <dgm:cxn modelId="{67D9F639-3E44-489E-A809-64992EA4A024}" type="presParOf" srcId="{B21A0E6E-B807-446B-BBB0-091E49A5ECC4}" destId="{687830B8-87D9-439C-A0F6-42855F016002}" srcOrd="0" destOrd="0" presId="urn:microsoft.com/office/officeart/2016/7/layout/BasicLinearProcessNumbered"/>
    <dgm:cxn modelId="{0E582550-F8FA-457A-A686-C985C4C0BDA8}" type="presParOf" srcId="{687830B8-87D9-439C-A0F6-42855F016002}" destId="{0A469CC7-1368-443F-99BE-B318A37FD825}" srcOrd="0" destOrd="0" presId="urn:microsoft.com/office/officeart/2016/7/layout/BasicLinearProcessNumbered"/>
    <dgm:cxn modelId="{93AC729D-328A-4216-AA66-190E8668EA38}" type="presParOf" srcId="{687830B8-87D9-439C-A0F6-42855F016002}" destId="{7769DB0C-F4C5-43F4-A2EE-C59E985FA7D1}" srcOrd="1" destOrd="0" presId="urn:microsoft.com/office/officeart/2016/7/layout/BasicLinearProcessNumbered"/>
    <dgm:cxn modelId="{9509F67A-1A08-4DE9-B219-D6560F886BDA}" type="presParOf" srcId="{687830B8-87D9-439C-A0F6-42855F016002}" destId="{676BAA43-BB4F-44FD-8F7F-BAB3B4D8CE05}" srcOrd="2" destOrd="0" presId="urn:microsoft.com/office/officeart/2016/7/layout/BasicLinearProcessNumbered"/>
    <dgm:cxn modelId="{88E24392-DDC9-49DA-8571-69FA157B97BB}" type="presParOf" srcId="{687830B8-87D9-439C-A0F6-42855F016002}" destId="{A79AB681-99BB-4B4F-99DB-64183A771F7F}" srcOrd="3" destOrd="0" presId="urn:microsoft.com/office/officeart/2016/7/layout/BasicLinearProcessNumbered"/>
    <dgm:cxn modelId="{F5E1621D-48E3-4CAF-96BD-59DBFDCAD305}" type="presParOf" srcId="{B21A0E6E-B807-446B-BBB0-091E49A5ECC4}" destId="{8CE687C0-EE9C-425A-A2B5-AD86850387FF}" srcOrd="1" destOrd="0" presId="urn:microsoft.com/office/officeart/2016/7/layout/BasicLinearProcessNumbered"/>
    <dgm:cxn modelId="{E7E54168-8CFD-4BF3-888F-FD4F5B7D8B5E}" type="presParOf" srcId="{B21A0E6E-B807-446B-BBB0-091E49A5ECC4}" destId="{7B8AAD21-3096-4C22-933B-07B68F3E6B8E}" srcOrd="2" destOrd="0" presId="urn:microsoft.com/office/officeart/2016/7/layout/BasicLinearProcessNumbered"/>
    <dgm:cxn modelId="{077A7504-BB23-41AC-BEF4-3A163543CDA4}" type="presParOf" srcId="{7B8AAD21-3096-4C22-933B-07B68F3E6B8E}" destId="{CCAA77D6-3105-4844-8CDB-FB625AF2EBD8}" srcOrd="0" destOrd="0" presId="urn:microsoft.com/office/officeart/2016/7/layout/BasicLinearProcessNumbered"/>
    <dgm:cxn modelId="{F98C73AC-47B6-4C07-A57C-F8F4813566FB}" type="presParOf" srcId="{7B8AAD21-3096-4C22-933B-07B68F3E6B8E}" destId="{2B5F2ECC-A55D-4DAE-A8F2-B779FA86D71D}" srcOrd="1" destOrd="0" presId="urn:microsoft.com/office/officeart/2016/7/layout/BasicLinearProcessNumbered"/>
    <dgm:cxn modelId="{79AD9CFF-6E78-4FED-AC5B-FF17B2B214FD}" type="presParOf" srcId="{7B8AAD21-3096-4C22-933B-07B68F3E6B8E}" destId="{0F547E79-2523-4DB3-9C08-95DD27A51AC4}" srcOrd="2" destOrd="0" presId="urn:microsoft.com/office/officeart/2016/7/layout/BasicLinearProcessNumbered"/>
    <dgm:cxn modelId="{7C626FAE-2B73-4524-8EEF-F62CF34FA1DE}" type="presParOf" srcId="{7B8AAD21-3096-4C22-933B-07B68F3E6B8E}" destId="{4DA62905-7560-4BF9-A094-CC9446E5BA1A}" srcOrd="3" destOrd="0" presId="urn:microsoft.com/office/officeart/2016/7/layout/BasicLinearProcessNumbered"/>
    <dgm:cxn modelId="{7D2653EA-A23E-48B4-A4B3-BE49365304C7}" type="presParOf" srcId="{B21A0E6E-B807-446B-BBB0-091E49A5ECC4}" destId="{26EE6001-67E2-4140-9262-68B17706FA51}" srcOrd="3" destOrd="0" presId="urn:microsoft.com/office/officeart/2016/7/layout/BasicLinearProcessNumbered"/>
    <dgm:cxn modelId="{ED7339BA-CC46-4E28-A4AF-2E6B8683A4BA}" type="presParOf" srcId="{B21A0E6E-B807-446B-BBB0-091E49A5ECC4}" destId="{77B6F255-22B5-4748-8F3D-23282DA77972}" srcOrd="4" destOrd="0" presId="urn:microsoft.com/office/officeart/2016/7/layout/BasicLinearProcessNumbered"/>
    <dgm:cxn modelId="{EFE271C9-458C-4ED3-8BD7-58882F082DE3}" type="presParOf" srcId="{77B6F255-22B5-4748-8F3D-23282DA77972}" destId="{A83466D0-E506-4378-9B7F-301CCCA9AA58}" srcOrd="0" destOrd="0" presId="urn:microsoft.com/office/officeart/2016/7/layout/BasicLinearProcessNumbered"/>
    <dgm:cxn modelId="{5B2DBCEC-4C54-4C01-9F32-377CE74586F0}" type="presParOf" srcId="{77B6F255-22B5-4748-8F3D-23282DA77972}" destId="{D5BFD8C4-B0B0-4D99-8A71-1E878B2E3CA9}" srcOrd="1" destOrd="0" presId="urn:microsoft.com/office/officeart/2016/7/layout/BasicLinearProcessNumbered"/>
    <dgm:cxn modelId="{81D97050-8CBF-4CF3-B24B-EE7DE6D61653}" type="presParOf" srcId="{77B6F255-22B5-4748-8F3D-23282DA77972}" destId="{FBB7C4FD-8A9F-4AD2-82BE-0373CF9AA0DF}" srcOrd="2" destOrd="0" presId="urn:microsoft.com/office/officeart/2016/7/layout/BasicLinearProcessNumbered"/>
    <dgm:cxn modelId="{EA4E8C76-0FB2-4EA6-BF00-C308682E9A72}" type="presParOf" srcId="{77B6F255-22B5-4748-8F3D-23282DA77972}" destId="{0EDF6403-EC00-4F95-9F87-69EB720042A9}" srcOrd="3" destOrd="0" presId="urn:microsoft.com/office/officeart/2016/7/layout/BasicLinearProcessNumbered"/>
    <dgm:cxn modelId="{F51784D6-E7D1-4026-8E06-1B0BFBBBCD0E}" type="presParOf" srcId="{B21A0E6E-B807-446B-BBB0-091E49A5ECC4}" destId="{89C4421D-D6E9-457C-9B10-87EF5AE54EE2}" srcOrd="5" destOrd="0" presId="urn:microsoft.com/office/officeart/2016/7/layout/BasicLinearProcessNumbered"/>
    <dgm:cxn modelId="{0B60D40B-AEDF-4C62-8E6B-BB0FAB939375}" type="presParOf" srcId="{B21A0E6E-B807-446B-BBB0-091E49A5ECC4}" destId="{58CE3DD2-7C37-4780-A232-64B411CD5C2A}" srcOrd="6" destOrd="0" presId="urn:microsoft.com/office/officeart/2016/7/layout/BasicLinearProcessNumbered"/>
    <dgm:cxn modelId="{684C4032-A8D3-413D-98CD-3217085097D8}" type="presParOf" srcId="{58CE3DD2-7C37-4780-A232-64B411CD5C2A}" destId="{05B08170-2A51-4B84-8E36-316A2FB8E2A8}" srcOrd="0" destOrd="0" presId="urn:microsoft.com/office/officeart/2016/7/layout/BasicLinearProcessNumbered"/>
    <dgm:cxn modelId="{AEFBF552-5EEA-4385-A086-2E16F0DCD4D9}" type="presParOf" srcId="{58CE3DD2-7C37-4780-A232-64B411CD5C2A}" destId="{0349DC70-AA64-453F-AC82-88C5373EC56D}" srcOrd="1" destOrd="0" presId="urn:microsoft.com/office/officeart/2016/7/layout/BasicLinearProcessNumbered"/>
    <dgm:cxn modelId="{678F2425-924D-4213-BB74-23B24F5E8768}" type="presParOf" srcId="{58CE3DD2-7C37-4780-A232-64B411CD5C2A}" destId="{68014E59-C244-40B8-9FD9-89F7A544623F}" srcOrd="2" destOrd="0" presId="urn:microsoft.com/office/officeart/2016/7/layout/BasicLinearProcessNumbered"/>
    <dgm:cxn modelId="{035D93B5-99B1-40BF-9DDA-A5333939637E}" type="presParOf" srcId="{58CE3DD2-7C37-4780-A232-64B411CD5C2A}" destId="{BC9710CB-0917-4677-9D54-6DD24C5C3439}" srcOrd="3" destOrd="0" presId="urn:microsoft.com/office/officeart/2016/7/layout/BasicLinearProcessNumbered"/>
    <dgm:cxn modelId="{007BA4E0-3DB7-47E1-933F-302FFBCA9110}" type="presParOf" srcId="{B21A0E6E-B807-446B-BBB0-091E49A5ECC4}" destId="{F1FDFD07-7069-4B72-8AD7-07C40EACAEBD}" srcOrd="7" destOrd="0" presId="urn:microsoft.com/office/officeart/2016/7/layout/BasicLinearProcessNumbered"/>
    <dgm:cxn modelId="{85F80C66-FE12-49C1-92A2-2B2B2491806B}" type="presParOf" srcId="{B21A0E6E-B807-446B-BBB0-091E49A5ECC4}" destId="{63761A0A-20D0-4BB4-A1C2-2C736FF29734}" srcOrd="8" destOrd="0" presId="urn:microsoft.com/office/officeart/2016/7/layout/BasicLinearProcessNumbered"/>
    <dgm:cxn modelId="{EEFA9997-E09D-4F56-B922-FA27539D0F68}" type="presParOf" srcId="{63761A0A-20D0-4BB4-A1C2-2C736FF29734}" destId="{16E6F7E5-197D-4AF7-A828-70AA8147B344}" srcOrd="0" destOrd="0" presId="urn:microsoft.com/office/officeart/2016/7/layout/BasicLinearProcessNumbered"/>
    <dgm:cxn modelId="{ACCC7FCB-752B-4EEA-B3A8-00E263CEFC2B}" type="presParOf" srcId="{63761A0A-20D0-4BB4-A1C2-2C736FF29734}" destId="{9B697E99-C80F-4754-858A-F159AEA84C88}" srcOrd="1" destOrd="0" presId="urn:microsoft.com/office/officeart/2016/7/layout/BasicLinearProcessNumbered"/>
    <dgm:cxn modelId="{BF40A966-61CA-4A09-8040-DFEC87844F79}" type="presParOf" srcId="{63761A0A-20D0-4BB4-A1C2-2C736FF29734}" destId="{A196F8AA-22A8-4A31-94A4-0BFEDF4CB880}" srcOrd="2" destOrd="0" presId="urn:microsoft.com/office/officeart/2016/7/layout/BasicLinearProcessNumbered"/>
    <dgm:cxn modelId="{CD08EF2C-22B6-4878-9452-DF30D16366C1}" type="presParOf" srcId="{63761A0A-20D0-4BB4-A1C2-2C736FF29734}" destId="{2B22DDA2-9114-4144-985F-2FC2B16D35C1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3793126-275C-4105-9AC6-3E8CC7C1FE28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272BF80-B15B-41D3-B98A-01E5F10C5972}">
      <dgm:prSet custT="1"/>
      <dgm:spPr>
        <a:xfrm>
          <a:off x="2801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1. Formulate H₀ and H₁</a:t>
          </a:r>
        </a:p>
      </dgm:t>
    </dgm:pt>
    <dgm:pt modelId="{C2AAA2C8-534B-438E-AC89-1CD7B1B34FDB}" type="parTrans" cxnId="{5EDB7397-6B23-4F1C-BA7C-FB6F5605DCF3}">
      <dgm:prSet/>
      <dgm:spPr/>
      <dgm:t>
        <a:bodyPr/>
        <a:lstStyle/>
        <a:p>
          <a:endParaRPr lang="en-US" sz="2400"/>
        </a:p>
      </dgm:t>
    </dgm:pt>
    <dgm:pt modelId="{251FA6B0-9B02-4F03-96E8-880BEDA9DC4A}" type="sibTrans" cxnId="{5EDB7397-6B23-4F1C-BA7C-FB6F5605DCF3}">
      <dgm:prSet phldrT="1" phldr="0" custT="1"/>
      <dgm:spPr>
        <a:xfrm>
          <a:off x="442649" y="1247041"/>
          <a:ext cx="637020" cy="637020"/>
        </a:xfrm>
        <a:prstGeom prst="ellipse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1</a:t>
          </a:r>
        </a:p>
      </dgm:t>
    </dgm:pt>
    <dgm:pt modelId="{527ACD2C-3D1A-4F4E-ADAC-2E0CF11CB429}">
      <dgm:prSet custT="1"/>
      <dgm:spPr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65178" tIns="330200" rIns="165178" bIns="330200" numCol="1" spcCol="1270" anchor="t" anchorCtr="0"/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2. Choose α</a:t>
          </a:r>
        </a:p>
      </dgm:t>
    </dgm:pt>
    <dgm:pt modelId="{B0CE9C4D-88A5-45AE-AA9D-4D9A776439F1}" type="parTrans" cxnId="{82A4D16A-BF27-4AAD-8F90-16592DEB6686}">
      <dgm:prSet/>
      <dgm:spPr/>
      <dgm:t>
        <a:bodyPr/>
        <a:lstStyle/>
        <a:p>
          <a:endParaRPr lang="en-US" sz="2400"/>
        </a:p>
      </dgm:t>
    </dgm:pt>
    <dgm:pt modelId="{D45242D8-A887-446C-B376-892C86E41701}" type="sibTrans" cxnId="{82A4D16A-BF27-4AAD-8F90-16592DEB6686}">
      <dgm:prSet phldrT="2" phldr="0" custT="1"/>
      <dgm:spPr>
        <a:xfrm>
          <a:off x="2111037" y="1247041"/>
          <a:ext cx="637020" cy="637020"/>
        </a:xfrm>
        <a:prstGeom prst="ellipse">
          <a:avLst/>
        </a:prstGeom>
        <a:solidFill>
          <a:srgbClr val="C0504D">
            <a:hueOff val="1040338"/>
            <a:satOff val="-1298"/>
            <a:lumOff val="305"/>
            <a:alphaOff val="0"/>
          </a:srgbClr>
        </a:solidFill>
        <a:ln w="25400" cap="flat" cmpd="sng" algn="ctr">
          <a:solidFill>
            <a:srgbClr val="C0504D">
              <a:hueOff val="1040338"/>
              <a:satOff val="-1298"/>
              <a:lumOff val="305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2</a:t>
          </a:r>
        </a:p>
      </dgm:t>
    </dgm:pt>
    <dgm:pt modelId="{9A15EDEE-F983-4250-94D5-CFF6F635A413}">
      <dgm:prSet custT="1"/>
      <dgm:spPr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65178" tIns="330200" rIns="165178" bIns="330200" numCol="1" spcCol="1270" anchor="t" anchorCtr="0"/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3. Select Test</a:t>
          </a:r>
        </a:p>
      </dgm:t>
    </dgm:pt>
    <dgm:pt modelId="{0865333E-710E-4274-8A9F-8828D714E85B}" type="parTrans" cxnId="{3E26F86A-B0E6-4DE3-8AEC-77CBB835B9E6}">
      <dgm:prSet/>
      <dgm:spPr/>
      <dgm:t>
        <a:bodyPr/>
        <a:lstStyle/>
        <a:p>
          <a:endParaRPr lang="en-US" sz="2400"/>
        </a:p>
      </dgm:t>
    </dgm:pt>
    <dgm:pt modelId="{8ABA5563-B33F-4ED8-8F29-FEEAEA20B4FF}" type="sibTrans" cxnId="{3E26F86A-B0E6-4DE3-8AEC-77CBB835B9E6}">
      <dgm:prSet phldrT="3" phldr="0" custT="1"/>
      <dgm:spPr>
        <a:xfrm>
          <a:off x="3779425" y="1247041"/>
          <a:ext cx="637020" cy="637020"/>
        </a:xfrm>
        <a:prstGeom prst="ellipse">
          <a:avLst/>
        </a:prstGeom>
        <a:solidFill>
          <a:srgbClr val="C0504D">
            <a:hueOff val="2080675"/>
            <a:satOff val="-2595"/>
            <a:lumOff val="610"/>
            <a:alphaOff val="0"/>
          </a:srgbClr>
        </a:solidFill>
        <a:ln w="25400" cap="flat" cmpd="sng" algn="ctr">
          <a:solidFill>
            <a:srgbClr val="C0504D">
              <a:hueOff val="2080675"/>
              <a:satOff val="-2595"/>
              <a:lumOff val="61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3</a:t>
          </a:r>
        </a:p>
      </dgm:t>
    </dgm:pt>
    <dgm:pt modelId="{10D4076C-31F4-4AC5-9E7D-358D5C5EBEDC}">
      <dgm:prSet custT="1"/>
      <dgm:spPr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65178" tIns="330200" rIns="165178" bIns="330200" numCol="1" spcCol="1270" anchor="t" anchorCtr="0"/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4. Calculate Test Statistic</a:t>
          </a:r>
        </a:p>
      </dgm:t>
    </dgm:pt>
    <dgm:pt modelId="{66D82C1A-FF0B-4962-8AF2-DEE0D6B2954B}" type="parTrans" cxnId="{8E304737-40C9-417D-B62C-D12184BE209A}">
      <dgm:prSet/>
      <dgm:spPr/>
      <dgm:t>
        <a:bodyPr/>
        <a:lstStyle/>
        <a:p>
          <a:endParaRPr lang="en-US" sz="2400"/>
        </a:p>
      </dgm:t>
    </dgm:pt>
    <dgm:pt modelId="{0320836D-D6B6-4442-A8E0-C4ADF4E4FBB5}" type="sibTrans" cxnId="{8E304737-40C9-417D-B62C-D12184BE209A}">
      <dgm:prSet phldrT="4" phldr="0" custT="1"/>
      <dgm:spPr>
        <a:xfrm>
          <a:off x="5447813" y="1247041"/>
          <a:ext cx="637020" cy="637020"/>
        </a:xfrm>
        <a:prstGeom prst="ellipse">
          <a:avLst/>
        </a:prstGeom>
        <a:solidFill>
          <a:srgbClr val="C0504D">
            <a:hueOff val="3121013"/>
            <a:satOff val="-3893"/>
            <a:lumOff val="915"/>
            <a:alphaOff val="0"/>
          </a:srgbClr>
        </a:solidFill>
        <a:ln w="25400" cap="flat" cmpd="sng" algn="ctr">
          <a:solidFill>
            <a:srgbClr val="C0504D">
              <a:hueOff val="3121013"/>
              <a:satOff val="-3893"/>
              <a:lumOff val="915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4</a:t>
          </a:r>
        </a:p>
      </dgm:t>
    </dgm:pt>
    <dgm:pt modelId="{5C54DA42-9DF7-4B89-AE29-D208BD838CE4}">
      <dgm:prSet custT="1"/>
      <dgm:spPr>
        <a:solidFill>
          <a:srgbClr val="FFFF00">
            <a:alpha val="90000"/>
          </a:srgbClr>
        </a:solidFill>
        <a:ln w="25400" cap="flat" cmpd="sng" algn="ctr">
          <a:solidFill>
            <a:srgbClr val="C0504D">
              <a:tint val="40000"/>
              <a:alpha val="90000"/>
              <a:hueOff val="1256455"/>
              <a:satOff val="-1094"/>
              <a:lumOff val="-1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65178" tIns="330200" rIns="165178" bIns="330200" numCol="1" spcCol="1270" anchor="t" anchorCtr="0"/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5. Make Decision</a:t>
          </a:r>
        </a:p>
      </dgm:t>
    </dgm:pt>
    <dgm:pt modelId="{DC8584D3-6C21-479D-B929-2F465C070C1D}" type="parTrans" cxnId="{A83FC9F7-8B72-404E-8675-4C1BD12762D3}">
      <dgm:prSet/>
      <dgm:spPr/>
      <dgm:t>
        <a:bodyPr/>
        <a:lstStyle/>
        <a:p>
          <a:endParaRPr lang="en-US" sz="2400"/>
        </a:p>
      </dgm:t>
    </dgm:pt>
    <dgm:pt modelId="{09300398-15EE-47DB-902E-E2AC68FFA4CE}" type="sibTrans" cxnId="{A83FC9F7-8B72-404E-8675-4C1BD12762D3}">
      <dgm:prSet phldrT="5" phldr="0" custT="1"/>
      <dgm:spPr>
        <a:xfrm>
          <a:off x="7116201" y="1247041"/>
          <a:ext cx="637020" cy="637020"/>
        </a:xfrm>
        <a:prstGeom prst="ellipse">
          <a:avLst/>
        </a:prstGeom>
        <a:solidFill>
          <a:srgbClr val="C0504D">
            <a:hueOff val="4161350"/>
            <a:satOff val="-5190"/>
            <a:lumOff val="1220"/>
            <a:alphaOff val="0"/>
          </a:srgbClr>
        </a:solidFill>
        <a:ln w="25400" cap="flat" cmpd="sng" algn="ctr">
          <a:solidFill>
            <a:srgbClr val="C0504D">
              <a:hueOff val="4161350"/>
              <a:satOff val="-5190"/>
              <a:lumOff val="122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5</a:t>
          </a:r>
        </a:p>
      </dgm:t>
    </dgm:pt>
    <dgm:pt modelId="{B21A0E6E-B807-446B-BBB0-091E49A5ECC4}" type="pres">
      <dgm:prSet presAssocID="{63793126-275C-4105-9AC6-3E8CC7C1FE28}" presName="Name0" presStyleCnt="0">
        <dgm:presLayoutVars>
          <dgm:animLvl val="lvl"/>
          <dgm:resizeHandles val="exact"/>
        </dgm:presLayoutVars>
      </dgm:prSet>
      <dgm:spPr/>
    </dgm:pt>
    <dgm:pt modelId="{687830B8-87D9-439C-A0F6-42855F016002}" type="pres">
      <dgm:prSet presAssocID="{2272BF80-B15B-41D3-B98A-01E5F10C5972}" presName="compositeNode" presStyleCnt="0">
        <dgm:presLayoutVars>
          <dgm:bulletEnabled val="1"/>
        </dgm:presLayoutVars>
      </dgm:prSet>
      <dgm:spPr/>
    </dgm:pt>
    <dgm:pt modelId="{0A469CC7-1368-443F-99BE-B318A37FD825}" type="pres">
      <dgm:prSet presAssocID="{2272BF80-B15B-41D3-B98A-01E5F10C5972}" presName="bgRect" presStyleLbl="bgAccFollowNode1" presStyleIdx="0" presStyleCnt="5"/>
      <dgm:spPr/>
    </dgm:pt>
    <dgm:pt modelId="{7769DB0C-F4C5-43F4-A2EE-C59E985FA7D1}" type="pres">
      <dgm:prSet presAssocID="{251FA6B0-9B02-4F03-96E8-880BEDA9DC4A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676BAA43-BB4F-44FD-8F7F-BAB3B4D8CE05}" type="pres">
      <dgm:prSet presAssocID="{2272BF80-B15B-41D3-B98A-01E5F10C5972}" presName="bottomLine" presStyleLbl="alignNode1" presStyleIdx="1" presStyleCnt="10">
        <dgm:presLayoutVars/>
      </dgm:prSet>
      <dgm:spPr>
        <a:xfrm>
          <a:off x="2801" y="3158031"/>
          <a:ext cx="1516716" cy="72"/>
        </a:xfrm>
        <a:prstGeom prst="rect">
          <a:avLst/>
        </a:prstGeom>
        <a:solidFill>
          <a:srgbClr val="C0504D">
            <a:hueOff val="520169"/>
            <a:satOff val="-649"/>
            <a:lumOff val="153"/>
            <a:alphaOff val="0"/>
          </a:srgbClr>
        </a:solidFill>
        <a:ln w="25400" cap="flat" cmpd="sng" algn="ctr">
          <a:solidFill>
            <a:srgbClr val="C0504D">
              <a:hueOff val="520169"/>
              <a:satOff val="-649"/>
              <a:lumOff val="153"/>
              <a:alphaOff val="0"/>
            </a:srgbClr>
          </a:solidFill>
          <a:prstDash val="solid"/>
        </a:ln>
        <a:effectLst/>
      </dgm:spPr>
    </dgm:pt>
    <dgm:pt modelId="{A79AB681-99BB-4B4F-99DB-64183A771F7F}" type="pres">
      <dgm:prSet presAssocID="{2272BF80-B15B-41D3-B98A-01E5F10C5972}" presName="nodeText" presStyleLbl="bgAccFollowNode1" presStyleIdx="0" presStyleCnt="5">
        <dgm:presLayoutVars>
          <dgm:bulletEnabled val="1"/>
        </dgm:presLayoutVars>
      </dgm:prSet>
      <dgm:spPr/>
    </dgm:pt>
    <dgm:pt modelId="{8CE687C0-EE9C-425A-A2B5-AD86850387FF}" type="pres">
      <dgm:prSet presAssocID="{251FA6B0-9B02-4F03-96E8-880BEDA9DC4A}" presName="sibTrans" presStyleCnt="0"/>
      <dgm:spPr/>
    </dgm:pt>
    <dgm:pt modelId="{7B8AAD21-3096-4C22-933B-07B68F3E6B8E}" type="pres">
      <dgm:prSet presAssocID="{527ACD2C-3D1A-4F4E-ADAC-2E0CF11CB429}" presName="compositeNode" presStyleCnt="0">
        <dgm:presLayoutVars>
          <dgm:bulletEnabled val="1"/>
        </dgm:presLayoutVars>
      </dgm:prSet>
      <dgm:spPr/>
    </dgm:pt>
    <dgm:pt modelId="{CCAA77D6-3105-4844-8CDB-FB625AF2EBD8}" type="pres">
      <dgm:prSet presAssocID="{527ACD2C-3D1A-4F4E-ADAC-2E0CF11CB429}" presName="bgRect" presStyleLbl="bgAccFollowNode1" presStyleIdx="1" presStyleCnt="5"/>
      <dgm:spPr>
        <a:xfrm>
          <a:off x="2334419" y="683207"/>
          <a:ext cx="2118642" cy="2966099"/>
        </a:xfrm>
        <a:prstGeom prst="rect">
          <a:avLst/>
        </a:prstGeom>
      </dgm:spPr>
    </dgm:pt>
    <dgm:pt modelId="{2B5F2ECC-A55D-4DAE-A8F2-B779FA86D71D}" type="pres">
      <dgm:prSet presAssocID="{D45242D8-A887-446C-B376-892C86E41701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0F547E79-2523-4DB3-9C08-95DD27A51AC4}" type="pres">
      <dgm:prSet presAssocID="{527ACD2C-3D1A-4F4E-ADAC-2E0CF11CB429}" presName="bottomLine" presStyleLbl="alignNode1" presStyleIdx="3" presStyleCnt="10">
        <dgm:presLayoutVars/>
      </dgm:prSet>
      <dgm:spPr>
        <a:xfrm>
          <a:off x="1671189" y="3158031"/>
          <a:ext cx="1516716" cy="72"/>
        </a:xfrm>
        <a:prstGeom prst="rect">
          <a:avLst/>
        </a:prstGeom>
        <a:solidFill>
          <a:srgbClr val="C0504D">
            <a:hueOff val="1560506"/>
            <a:satOff val="-1946"/>
            <a:lumOff val="458"/>
            <a:alphaOff val="0"/>
          </a:srgbClr>
        </a:solidFill>
        <a:ln w="25400" cap="flat" cmpd="sng" algn="ctr">
          <a:solidFill>
            <a:srgbClr val="C0504D">
              <a:hueOff val="1560506"/>
              <a:satOff val="-1946"/>
              <a:lumOff val="458"/>
              <a:alphaOff val="0"/>
            </a:srgbClr>
          </a:solidFill>
          <a:prstDash val="solid"/>
        </a:ln>
        <a:effectLst/>
      </dgm:spPr>
    </dgm:pt>
    <dgm:pt modelId="{4DA62905-7560-4BF9-A094-CC9446E5BA1A}" type="pres">
      <dgm:prSet presAssocID="{527ACD2C-3D1A-4F4E-ADAC-2E0CF11CB429}" presName="nodeText" presStyleLbl="bgAccFollowNode1" presStyleIdx="1" presStyleCnt="5">
        <dgm:presLayoutVars>
          <dgm:bulletEnabled val="1"/>
        </dgm:presLayoutVars>
      </dgm:prSet>
      <dgm:spPr/>
    </dgm:pt>
    <dgm:pt modelId="{26EE6001-67E2-4140-9262-68B17706FA51}" type="pres">
      <dgm:prSet presAssocID="{D45242D8-A887-446C-B376-892C86E41701}" presName="sibTrans" presStyleCnt="0"/>
      <dgm:spPr/>
    </dgm:pt>
    <dgm:pt modelId="{77B6F255-22B5-4748-8F3D-23282DA77972}" type="pres">
      <dgm:prSet presAssocID="{9A15EDEE-F983-4250-94D5-CFF6F635A413}" presName="compositeNode" presStyleCnt="0">
        <dgm:presLayoutVars>
          <dgm:bulletEnabled val="1"/>
        </dgm:presLayoutVars>
      </dgm:prSet>
      <dgm:spPr/>
    </dgm:pt>
    <dgm:pt modelId="{A83466D0-E506-4378-9B7F-301CCCA9AA58}" type="pres">
      <dgm:prSet presAssocID="{9A15EDEE-F983-4250-94D5-CFF6F635A413}" presName="bgRect" presStyleLbl="bgAccFollowNode1" presStyleIdx="2" presStyleCnt="5"/>
      <dgm:spPr>
        <a:xfrm>
          <a:off x="4664926" y="683207"/>
          <a:ext cx="2118642" cy="2966099"/>
        </a:xfrm>
        <a:prstGeom prst="rect">
          <a:avLst/>
        </a:prstGeom>
      </dgm:spPr>
    </dgm:pt>
    <dgm:pt modelId="{D5BFD8C4-B0B0-4D99-8A71-1E878B2E3CA9}" type="pres">
      <dgm:prSet presAssocID="{8ABA5563-B33F-4ED8-8F29-FEEAEA20B4FF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FBB7C4FD-8A9F-4AD2-82BE-0373CF9AA0DF}" type="pres">
      <dgm:prSet presAssocID="{9A15EDEE-F983-4250-94D5-CFF6F635A413}" presName="bottomLine" presStyleLbl="alignNode1" presStyleIdx="5" presStyleCnt="10">
        <dgm:presLayoutVars/>
      </dgm:prSet>
      <dgm:spPr>
        <a:xfrm>
          <a:off x="3339577" y="3158031"/>
          <a:ext cx="1516716" cy="72"/>
        </a:xfrm>
        <a:prstGeom prst="rect">
          <a:avLst/>
        </a:prstGeom>
        <a:solidFill>
          <a:srgbClr val="C0504D">
            <a:hueOff val="2600844"/>
            <a:satOff val="-3244"/>
            <a:lumOff val="763"/>
            <a:alphaOff val="0"/>
          </a:srgbClr>
        </a:solidFill>
        <a:ln w="25400" cap="flat" cmpd="sng" algn="ctr">
          <a:solidFill>
            <a:srgbClr val="C0504D">
              <a:hueOff val="2600844"/>
              <a:satOff val="-3244"/>
              <a:lumOff val="763"/>
              <a:alphaOff val="0"/>
            </a:srgbClr>
          </a:solidFill>
          <a:prstDash val="solid"/>
        </a:ln>
        <a:effectLst/>
      </dgm:spPr>
    </dgm:pt>
    <dgm:pt modelId="{0EDF6403-EC00-4F95-9F87-69EB720042A9}" type="pres">
      <dgm:prSet presAssocID="{9A15EDEE-F983-4250-94D5-CFF6F635A413}" presName="nodeText" presStyleLbl="bgAccFollowNode1" presStyleIdx="2" presStyleCnt="5">
        <dgm:presLayoutVars>
          <dgm:bulletEnabled val="1"/>
        </dgm:presLayoutVars>
      </dgm:prSet>
      <dgm:spPr/>
    </dgm:pt>
    <dgm:pt modelId="{89C4421D-D6E9-457C-9B10-87EF5AE54EE2}" type="pres">
      <dgm:prSet presAssocID="{8ABA5563-B33F-4ED8-8F29-FEEAEA20B4FF}" presName="sibTrans" presStyleCnt="0"/>
      <dgm:spPr/>
    </dgm:pt>
    <dgm:pt modelId="{58CE3DD2-7C37-4780-A232-64B411CD5C2A}" type="pres">
      <dgm:prSet presAssocID="{10D4076C-31F4-4AC5-9E7D-358D5C5EBEDC}" presName="compositeNode" presStyleCnt="0">
        <dgm:presLayoutVars>
          <dgm:bulletEnabled val="1"/>
        </dgm:presLayoutVars>
      </dgm:prSet>
      <dgm:spPr/>
    </dgm:pt>
    <dgm:pt modelId="{05B08170-2A51-4B84-8E36-316A2FB8E2A8}" type="pres">
      <dgm:prSet presAssocID="{10D4076C-31F4-4AC5-9E7D-358D5C5EBEDC}" presName="bgRect" presStyleLbl="bgAccFollowNode1" presStyleIdx="3" presStyleCnt="5"/>
      <dgm:spPr>
        <a:xfrm>
          <a:off x="6995432" y="683207"/>
          <a:ext cx="2118642" cy="2966099"/>
        </a:xfrm>
        <a:prstGeom prst="rect">
          <a:avLst/>
        </a:prstGeom>
      </dgm:spPr>
    </dgm:pt>
    <dgm:pt modelId="{0349DC70-AA64-453F-AC82-88C5373EC56D}" type="pres">
      <dgm:prSet presAssocID="{0320836D-D6B6-4442-A8E0-C4ADF4E4FBB5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68014E59-C244-40B8-9FD9-89F7A544623F}" type="pres">
      <dgm:prSet presAssocID="{10D4076C-31F4-4AC5-9E7D-358D5C5EBEDC}" presName="bottomLine" presStyleLbl="alignNode1" presStyleIdx="7" presStyleCnt="10">
        <dgm:presLayoutVars/>
      </dgm:prSet>
      <dgm:spPr>
        <a:xfrm>
          <a:off x="5007965" y="3158031"/>
          <a:ext cx="1516716" cy="72"/>
        </a:xfrm>
        <a:prstGeom prst="rect">
          <a:avLst/>
        </a:prstGeom>
        <a:solidFill>
          <a:srgbClr val="C0504D">
            <a:hueOff val="3641181"/>
            <a:satOff val="-4541"/>
            <a:lumOff val="1068"/>
            <a:alphaOff val="0"/>
          </a:srgbClr>
        </a:solidFill>
        <a:ln w="25400" cap="flat" cmpd="sng" algn="ctr">
          <a:solidFill>
            <a:srgbClr val="C0504D">
              <a:hueOff val="3641181"/>
              <a:satOff val="-4541"/>
              <a:lumOff val="1068"/>
              <a:alphaOff val="0"/>
            </a:srgbClr>
          </a:solidFill>
          <a:prstDash val="solid"/>
        </a:ln>
        <a:effectLst/>
      </dgm:spPr>
    </dgm:pt>
    <dgm:pt modelId="{BC9710CB-0917-4677-9D54-6DD24C5C3439}" type="pres">
      <dgm:prSet presAssocID="{10D4076C-31F4-4AC5-9E7D-358D5C5EBEDC}" presName="nodeText" presStyleLbl="bgAccFollowNode1" presStyleIdx="3" presStyleCnt="5">
        <dgm:presLayoutVars>
          <dgm:bulletEnabled val="1"/>
        </dgm:presLayoutVars>
      </dgm:prSet>
      <dgm:spPr/>
    </dgm:pt>
    <dgm:pt modelId="{F1FDFD07-7069-4B72-8AD7-07C40EACAEBD}" type="pres">
      <dgm:prSet presAssocID="{0320836D-D6B6-4442-A8E0-C4ADF4E4FBB5}" presName="sibTrans" presStyleCnt="0"/>
      <dgm:spPr/>
    </dgm:pt>
    <dgm:pt modelId="{63761A0A-20D0-4BB4-A1C2-2C736FF29734}" type="pres">
      <dgm:prSet presAssocID="{5C54DA42-9DF7-4B89-AE29-D208BD838CE4}" presName="compositeNode" presStyleCnt="0">
        <dgm:presLayoutVars>
          <dgm:bulletEnabled val="1"/>
        </dgm:presLayoutVars>
      </dgm:prSet>
      <dgm:spPr/>
    </dgm:pt>
    <dgm:pt modelId="{16E6F7E5-197D-4AF7-A828-70AA8147B344}" type="pres">
      <dgm:prSet presAssocID="{5C54DA42-9DF7-4B89-AE29-D208BD838CE4}" presName="bgRect" presStyleLbl="bgAccFollowNode1" presStyleIdx="4" presStyleCnt="5"/>
      <dgm:spPr>
        <a:xfrm>
          <a:off x="9325939" y="683207"/>
          <a:ext cx="2118642" cy="2966099"/>
        </a:xfrm>
        <a:prstGeom prst="rect">
          <a:avLst/>
        </a:prstGeom>
      </dgm:spPr>
    </dgm:pt>
    <dgm:pt modelId="{9B697E99-C80F-4754-858A-F159AEA84C88}" type="pres">
      <dgm:prSet presAssocID="{09300398-15EE-47DB-902E-E2AC68FFA4CE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A196F8AA-22A8-4A31-94A4-0BFEDF4CB880}" type="pres">
      <dgm:prSet presAssocID="{5C54DA42-9DF7-4B89-AE29-D208BD838CE4}" presName="bottomLine" presStyleLbl="alignNode1" presStyleIdx="9" presStyleCnt="10">
        <dgm:presLayoutVars/>
      </dgm:prSet>
      <dgm:spPr>
        <a:xfrm>
          <a:off x="6676353" y="3158031"/>
          <a:ext cx="1516716" cy="72"/>
        </a:xfrm>
        <a:prstGeom prst="rect">
          <a:avLst/>
        </a:prstGeom>
        <a:solidFill>
          <a:srgbClr val="C0504D">
            <a:hueOff val="4681519"/>
            <a:satOff val="-5839"/>
            <a:lumOff val="1373"/>
            <a:alphaOff val="0"/>
          </a:srgbClr>
        </a:solidFill>
        <a:ln w="25400" cap="flat" cmpd="sng" algn="ctr">
          <a:solidFill>
            <a:srgbClr val="C0504D">
              <a:hueOff val="4681519"/>
              <a:satOff val="-5839"/>
              <a:lumOff val="1373"/>
              <a:alphaOff val="0"/>
            </a:srgbClr>
          </a:solidFill>
          <a:prstDash val="solid"/>
        </a:ln>
        <a:effectLst/>
      </dgm:spPr>
    </dgm:pt>
    <dgm:pt modelId="{2B22DDA2-9114-4144-985F-2FC2B16D35C1}" type="pres">
      <dgm:prSet presAssocID="{5C54DA42-9DF7-4B89-AE29-D208BD838CE4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2D51A512-B220-4C03-89B3-A97817643805}" type="presOf" srcId="{10D4076C-31F4-4AC5-9E7D-358D5C5EBEDC}" destId="{BC9710CB-0917-4677-9D54-6DD24C5C3439}" srcOrd="1" destOrd="0" presId="urn:microsoft.com/office/officeart/2016/7/layout/BasicLinearProcessNumbered"/>
    <dgm:cxn modelId="{832BDC17-CCEA-42CB-B1D4-B94768790CB0}" type="presOf" srcId="{0320836D-D6B6-4442-A8E0-C4ADF4E4FBB5}" destId="{0349DC70-AA64-453F-AC82-88C5373EC56D}" srcOrd="0" destOrd="0" presId="urn:microsoft.com/office/officeart/2016/7/layout/BasicLinearProcessNumbered"/>
    <dgm:cxn modelId="{5DF9AB1A-D542-4F50-8C2A-08566BC748D6}" type="presOf" srcId="{10D4076C-31F4-4AC5-9E7D-358D5C5EBEDC}" destId="{05B08170-2A51-4B84-8E36-316A2FB8E2A8}" srcOrd="0" destOrd="0" presId="urn:microsoft.com/office/officeart/2016/7/layout/BasicLinearProcessNumbered"/>
    <dgm:cxn modelId="{8368C729-F0FD-4D74-8233-AF3DF9528B19}" type="presOf" srcId="{5C54DA42-9DF7-4B89-AE29-D208BD838CE4}" destId="{2B22DDA2-9114-4144-985F-2FC2B16D35C1}" srcOrd="1" destOrd="0" presId="urn:microsoft.com/office/officeart/2016/7/layout/BasicLinearProcessNumbered"/>
    <dgm:cxn modelId="{696A4A30-0697-4365-9CF8-B6082B48075D}" type="presOf" srcId="{2272BF80-B15B-41D3-B98A-01E5F10C5972}" destId="{A79AB681-99BB-4B4F-99DB-64183A771F7F}" srcOrd="1" destOrd="0" presId="urn:microsoft.com/office/officeart/2016/7/layout/BasicLinearProcessNumbered"/>
    <dgm:cxn modelId="{8E304737-40C9-417D-B62C-D12184BE209A}" srcId="{63793126-275C-4105-9AC6-3E8CC7C1FE28}" destId="{10D4076C-31F4-4AC5-9E7D-358D5C5EBEDC}" srcOrd="3" destOrd="0" parTransId="{66D82C1A-FF0B-4962-8AF2-DEE0D6B2954B}" sibTransId="{0320836D-D6B6-4442-A8E0-C4ADF4E4FBB5}"/>
    <dgm:cxn modelId="{82A4D16A-BF27-4AAD-8F90-16592DEB6686}" srcId="{63793126-275C-4105-9AC6-3E8CC7C1FE28}" destId="{527ACD2C-3D1A-4F4E-ADAC-2E0CF11CB429}" srcOrd="1" destOrd="0" parTransId="{B0CE9C4D-88A5-45AE-AA9D-4D9A776439F1}" sibTransId="{D45242D8-A887-446C-B376-892C86E41701}"/>
    <dgm:cxn modelId="{3E26F86A-B0E6-4DE3-8AEC-77CBB835B9E6}" srcId="{63793126-275C-4105-9AC6-3E8CC7C1FE28}" destId="{9A15EDEE-F983-4250-94D5-CFF6F635A413}" srcOrd="2" destOrd="0" parTransId="{0865333E-710E-4274-8A9F-8828D714E85B}" sibTransId="{8ABA5563-B33F-4ED8-8F29-FEEAEA20B4FF}"/>
    <dgm:cxn modelId="{4619554F-1E04-4F7B-BB04-F888132A816E}" type="presOf" srcId="{D45242D8-A887-446C-B376-892C86E41701}" destId="{2B5F2ECC-A55D-4DAE-A8F2-B779FA86D71D}" srcOrd="0" destOrd="0" presId="urn:microsoft.com/office/officeart/2016/7/layout/BasicLinearProcessNumbered"/>
    <dgm:cxn modelId="{37245B70-8A11-43DE-9244-E1959D7B0760}" type="presOf" srcId="{2272BF80-B15B-41D3-B98A-01E5F10C5972}" destId="{0A469CC7-1368-443F-99BE-B318A37FD825}" srcOrd="0" destOrd="0" presId="urn:microsoft.com/office/officeart/2016/7/layout/BasicLinearProcessNumbered"/>
    <dgm:cxn modelId="{5EDB7397-6B23-4F1C-BA7C-FB6F5605DCF3}" srcId="{63793126-275C-4105-9AC6-3E8CC7C1FE28}" destId="{2272BF80-B15B-41D3-B98A-01E5F10C5972}" srcOrd="0" destOrd="0" parTransId="{C2AAA2C8-534B-438E-AC89-1CD7B1B34FDB}" sibTransId="{251FA6B0-9B02-4F03-96E8-880BEDA9DC4A}"/>
    <dgm:cxn modelId="{84E5CC9E-FD2E-4C03-8A29-F792AF15B1EC}" type="presOf" srcId="{09300398-15EE-47DB-902E-E2AC68FFA4CE}" destId="{9B697E99-C80F-4754-858A-F159AEA84C88}" srcOrd="0" destOrd="0" presId="urn:microsoft.com/office/officeart/2016/7/layout/BasicLinearProcessNumbered"/>
    <dgm:cxn modelId="{74CEF0A6-BE43-4227-89CC-3C7ED10104A6}" type="presOf" srcId="{63793126-275C-4105-9AC6-3E8CC7C1FE28}" destId="{B21A0E6E-B807-446B-BBB0-091E49A5ECC4}" srcOrd="0" destOrd="0" presId="urn:microsoft.com/office/officeart/2016/7/layout/BasicLinearProcessNumbered"/>
    <dgm:cxn modelId="{05AD7FA8-5FE8-44AF-942E-061319EE960B}" type="presOf" srcId="{527ACD2C-3D1A-4F4E-ADAC-2E0CF11CB429}" destId="{CCAA77D6-3105-4844-8CDB-FB625AF2EBD8}" srcOrd="0" destOrd="0" presId="urn:microsoft.com/office/officeart/2016/7/layout/BasicLinearProcessNumbered"/>
    <dgm:cxn modelId="{042D34B9-1FEB-4D2A-84FA-C4A0C4D262B8}" type="presOf" srcId="{8ABA5563-B33F-4ED8-8F29-FEEAEA20B4FF}" destId="{D5BFD8C4-B0B0-4D99-8A71-1E878B2E3CA9}" srcOrd="0" destOrd="0" presId="urn:microsoft.com/office/officeart/2016/7/layout/BasicLinearProcessNumbered"/>
    <dgm:cxn modelId="{8C0AB2BA-32D2-498A-AE8C-024928A37B3E}" type="presOf" srcId="{527ACD2C-3D1A-4F4E-ADAC-2E0CF11CB429}" destId="{4DA62905-7560-4BF9-A094-CC9446E5BA1A}" srcOrd="1" destOrd="0" presId="urn:microsoft.com/office/officeart/2016/7/layout/BasicLinearProcessNumbered"/>
    <dgm:cxn modelId="{270D17BD-654D-44EE-A126-B0418BF04FFF}" type="presOf" srcId="{9A15EDEE-F983-4250-94D5-CFF6F635A413}" destId="{0EDF6403-EC00-4F95-9F87-69EB720042A9}" srcOrd="1" destOrd="0" presId="urn:microsoft.com/office/officeart/2016/7/layout/BasicLinearProcessNumbered"/>
    <dgm:cxn modelId="{008C22DE-886B-4A2B-AE6C-B88D8C0FE503}" type="presOf" srcId="{5C54DA42-9DF7-4B89-AE29-D208BD838CE4}" destId="{16E6F7E5-197D-4AF7-A828-70AA8147B344}" srcOrd="0" destOrd="0" presId="urn:microsoft.com/office/officeart/2016/7/layout/BasicLinearProcessNumbered"/>
    <dgm:cxn modelId="{727011E6-C211-4B3E-A418-7B7EC55039BD}" type="presOf" srcId="{9A15EDEE-F983-4250-94D5-CFF6F635A413}" destId="{A83466D0-E506-4378-9B7F-301CCCA9AA58}" srcOrd="0" destOrd="0" presId="urn:microsoft.com/office/officeart/2016/7/layout/BasicLinearProcessNumbered"/>
    <dgm:cxn modelId="{F1BFC6F6-DA81-460A-B106-0F9182957528}" type="presOf" srcId="{251FA6B0-9B02-4F03-96E8-880BEDA9DC4A}" destId="{7769DB0C-F4C5-43F4-A2EE-C59E985FA7D1}" srcOrd="0" destOrd="0" presId="urn:microsoft.com/office/officeart/2016/7/layout/BasicLinearProcessNumbered"/>
    <dgm:cxn modelId="{A83FC9F7-8B72-404E-8675-4C1BD12762D3}" srcId="{63793126-275C-4105-9AC6-3E8CC7C1FE28}" destId="{5C54DA42-9DF7-4B89-AE29-D208BD838CE4}" srcOrd="4" destOrd="0" parTransId="{DC8584D3-6C21-479D-B929-2F465C070C1D}" sibTransId="{09300398-15EE-47DB-902E-E2AC68FFA4CE}"/>
    <dgm:cxn modelId="{67D9F639-3E44-489E-A809-64992EA4A024}" type="presParOf" srcId="{B21A0E6E-B807-446B-BBB0-091E49A5ECC4}" destId="{687830B8-87D9-439C-A0F6-42855F016002}" srcOrd="0" destOrd="0" presId="urn:microsoft.com/office/officeart/2016/7/layout/BasicLinearProcessNumbered"/>
    <dgm:cxn modelId="{0E582550-F8FA-457A-A686-C985C4C0BDA8}" type="presParOf" srcId="{687830B8-87D9-439C-A0F6-42855F016002}" destId="{0A469CC7-1368-443F-99BE-B318A37FD825}" srcOrd="0" destOrd="0" presId="urn:microsoft.com/office/officeart/2016/7/layout/BasicLinearProcessNumbered"/>
    <dgm:cxn modelId="{93AC729D-328A-4216-AA66-190E8668EA38}" type="presParOf" srcId="{687830B8-87D9-439C-A0F6-42855F016002}" destId="{7769DB0C-F4C5-43F4-A2EE-C59E985FA7D1}" srcOrd="1" destOrd="0" presId="urn:microsoft.com/office/officeart/2016/7/layout/BasicLinearProcessNumbered"/>
    <dgm:cxn modelId="{9509F67A-1A08-4DE9-B219-D6560F886BDA}" type="presParOf" srcId="{687830B8-87D9-439C-A0F6-42855F016002}" destId="{676BAA43-BB4F-44FD-8F7F-BAB3B4D8CE05}" srcOrd="2" destOrd="0" presId="urn:microsoft.com/office/officeart/2016/7/layout/BasicLinearProcessNumbered"/>
    <dgm:cxn modelId="{88E24392-DDC9-49DA-8571-69FA157B97BB}" type="presParOf" srcId="{687830B8-87D9-439C-A0F6-42855F016002}" destId="{A79AB681-99BB-4B4F-99DB-64183A771F7F}" srcOrd="3" destOrd="0" presId="urn:microsoft.com/office/officeart/2016/7/layout/BasicLinearProcessNumbered"/>
    <dgm:cxn modelId="{F5E1621D-48E3-4CAF-96BD-59DBFDCAD305}" type="presParOf" srcId="{B21A0E6E-B807-446B-BBB0-091E49A5ECC4}" destId="{8CE687C0-EE9C-425A-A2B5-AD86850387FF}" srcOrd="1" destOrd="0" presId="urn:microsoft.com/office/officeart/2016/7/layout/BasicLinearProcessNumbered"/>
    <dgm:cxn modelId="{E7E54168-8CFD-4BF3-888F-FD4F5B7D8B5E}" type="presParOf" srcId="{B21A0E6E-B807-446B-BBB0-091E49A5ECC4}" destId="{7B8AAD21-3096-4C22-933B-07B68F3E6B8E}" srcOrd="2" destOrd="0" presId="urn:microsoft.com/office/officeart/2016/7/layout/BasicLinearProcessNumbered"/>
    <dgm:cxn modelId="{077A7504-BB23-41AC-BEF4-3A163543CDA4}" type="presParOf" srcId="{7B8AAD21-3096-4C22-933B-07B68F3E6B8E}" destId="{CCAA77D6-3105-4844-8CDB-FB625AF2EBD8}" srcOrd="0" destOrd="0" presId="urn:microsoft.com/office/officeart/2016/7/layout/BasicLinearProcessNumbered"/>
    <dgm:cxn modelId="{F98C73AC-47B6-4C07-A57C-F8F4813566FB}" type="presParOf" srcId="{7B8AAD21-3096-4C22-933B-07B68F3E6B8E}" destId="{2B5F2ECC-A55D-4DAE-A8F2-B779FA86D71D}" srcOrd="1" destOrd="0" presId="urn:microsoft.com/office/officeart/2016/7/layout/BasicLinearProcessNumbered"/>
    <dgm:cxn modelId="{79AD9CFF-6E78-4FED-AC5B-FF17B2B214FD}" type="presParOf" srcId="{7B8AAD21-3096-4C22-933B-07B68F3E6B8E}" destId="{0F547E79-2523-4DB3-9C08-95DD27A51AC4}" srcOrd="2" destOrd="0" presId="urn:microsoft.com/office/officeart/2016/7/layout/BasicLinearProcessNumbered"/>
    <dgm:cxn modelId="{7C626FAE-2B73-4524-8EEF-F62CF34FA1DE}" type="presParOf" srcId="{7B8AAD21-3096-4C22-933B-07B68F3E6B8E}" destId="{4DA62905-7560-4BF9-A094-CC9446E5BA1A}" srcOrd="3" destOrd="0" presId="urn:microsoft.com/office/officeart/2016/7/layout/BasicLinearProcessNumbered"/>
    <dgm:cxn modelId="{7D2653EA-A23E-48B4-A4B3-BE49365304C7}" type="presParOf" srcId="{B21A0E6E-B807-446B-BBB0-091E49A5ECC4}" destId="{26EE6001-67E2-4140-9262-68B17706FA51}" srcOrd="3" destOrd="0" presId="urn:microsoft.com/office/officeart/2016/7/layout/BasicLinearProcessNumbered"/>
    <dgm:cxn modelId="{ED7339BA-CC46-4E28-A4AF-2E6B8683A4BA}" type="presParOf" srcId="{B21A0E6E-B807-446B-BBB0-091E49A5ECC4}" destId="{77B6F255-22B5-4748-8F3D-23282DA77972}" srcOrd="4" destOrd="0" presId="urn:microsoft.com/office/officeart/2016/7/layout/BasicLinearProcessNumbered"/>
    <dgm:cxn modelId="{EFE271C9-458C-4ED3-8BD7-58882F082DE3}" type="presParOf" srcId="{77B6F255-22B5-4748-8F3D-23282DA77972}" destId="{A83466D0-E506-4378-9B7F-301CCCA9AA58}" srcOrd="0" destOrd="0" presId="urn:microsoft.com/office/officeart/2016/7/layout/BasicLinearProcessNumbered"/>
    <dgm:cxn modelId="{5B2DBCEC-4C54-4C01-9F32-377CE74586F0}" type="presParOf" srcId="{77B6F255-22B5-4748-8F3D-23282DA77972}" destId="{D5BFD8C4-B0B0-4D99-8A71-1E878B2E3CA9}" srcOrd="1" destOrd="0" presId="urn:microsoft.com/office/officeart/2016/7/layout/BasicLinearProcessNumbered"/>
    <dgm:cxn modelId="{81D97050-8CBF-4CF3-B24B-EE7DE6D61653}" type="presParOf" srcId="{77B6F255-22B5-4748-8F3D-23282DA77972}" destId="{FBB7C4FD-8A9F-4AD2-82BE-0373CF9AA0DF}" srcOrd="2" destOrd="0" presId="urn:microsoft.com/office/officeart/2016/7/layout/BasicLinearProcessNumbered"/>
    <dgm:cxn modelId="{EA4E8C76-0FB2-4EA6-BF00-C308682E9A72}" type="presParOf" srcId="{77B6F255-22B5-4748-8F3D-23282DA77972}" destId="{0EDF6403-EC00-4F95-9F87-69EB720042A9}" srcOrd="3" destOrd="0" presId="urn:microsoft.com/office/officeart/2016/7/layout/BasicLinearProcessNumbered"/>
    <dgm:cxn modelId="{F51784D6-E7D1-4026-8E06-1B0BFBBBCD0E}" type="presParOf" srcId="{B21A0E6E-B807-446B-BBB0-091E49A5ECC4}" destId="{89C4421D-D6E9-457C-9B10-87EF5AE54EE2}" srcOrd="5" destOrd="0" presId="urn:microsoft.com/office/officeart/2016/7/layout/BasicLinearProcessNumbered"/>
    <dgm:cxn modelId="{0B60D40B-AEDF-4C62-8E6B-BB0FAB939375}" type="presParOf" srcId="{B21A0E6E-B807-446B-BBB0-091E49A5ECC4}" destId="{58CE3DD2-7C37-4780-A232-64B411CD5C2A}" srcOrd="6" destOrd="0" presId="urn:microsoft.com/office/officeart/2016/7/layout/BasicLinearProcessNumbered"/>
    <dgm:cxn modelId="{684C4032-A8D3-413D-98CD-3217085097D8}" type="presParOf" srcId="{58CE3DD2-7C37-4780-A232-64B411CD5C2A}" destId="{05B08170-2A51-4B84-8E36-316A2FB8E2A8}" srcOrd="0" destOrd="0" presId="urn:microsoft.com/office/officeart/2016/7/layout/BasicLinearProcessNumbered"/>
    <dgm:cxn modelId="{AEFBF552-5EEA-4385-A086-2E16F0DCD4D9}" type="presParOf" srcId="{58CE3DD2-7C37-4780-A232-64B411CD5C2A}" destId="{0349DC70-AA64-453F-AC82-88C5373EC56D}" srcOrd="1" destOrd="0" presId="urn:microsoft.com/office/officeart/2016/7/layout/BasicLinearProcessNumbered"/>
    <dgm:cxn modelId="{678F2425-924D-4213-BB74-23B24F5E8768}" type="presParOf" srcId="{58CE3DD2-7C37-4780-A232-64B411CD5C2A}" destId="{68014E59-C244-40B8-9FD9-89F7A544623F}" srcOrd="2" destOrd="0" presId="urn:microsoft.com/office/officeart/2016/7/layout/BasicLinearProcessNumbered"/>
    <dgm:cxn modelId="{035D93B5-99B1-40BF-9DDA-A5333939637E}" type="presParOf" srcId="{58CE3DD2-7C37-4780-A232-64B411CD5C2A}" destId="{BC9710CB-0917-4677-9D54-6DD24C5C3439}" srcOrd="3" destOrd="0" presId="urn:microsoft.com/office/officeart/2016/7/layout/BasicLinearProcessNumbered"/>
    <dgm:cxn modelId="{007BA4E0-3DB7-47E1-933F-302FFBCA9110}" type="presParOf" srcId="{B21A0E6E-B807-446B-BBB0-091E49A5ECC4}" destId="{F1FDFD07-7069-4B72-8AD7-07C40EACAEBD}" srcOrd="7" destOrd="0" presId="urn:microsoft.com/office/officeart/2016/7/layout/BasicLinearProcessNumbered"/>
    <dgm:cxn modelId="{85F80C66-FE12-49C1-92A2-2B2B2491806B}" type="presParOf" srcId="{B21A0E6E-B807-446B-BBB0-091E49A5ECC4}" destId="{63761A0A-20D0-4BB4-A1C2-2C736FF29734}" srcOrd="8" destOrd="0" presId="urn:microsoft.com/office/officeart/2016/7/layout/BasicLinearProcessNumbered"/>
    <dgm:cxn modelId="{EEFA9997-E09D-4F56-B922-FA27539D0F68}" type="presParOf" srcId="{63761A0A-20D0-4BB4-A1C2-2C736FF29734}" destId="{16E6F7E5-197D-4AF7-A828-70AA8147B344}" srcOrd="0" destOrd="0" presId="urn:microsoft.com/office/officeart/2016/7/layout/BasicLinearProcessNumbered"/>
    <dgm:cxn modelId="{ACCC7FCB-752B-4EEA-B3A8-00E263CEFC2B}" type="presParOf" srcId="{63761A0A-20D0-4BB4-A1C2-2C736FF29734}" destId="{9B697E99-C80F-4754-858A-F159AEA84C88}" srcOrd="1" destOrd="0" presId="urn:microsoft.com/office/officeart/2016/7/layout/BasicLinearProcessNumbered"/>
    <dgm:cxn modelId="{BF40A966-61CA-4A09-8040-DFEC87844F79}" type="presParOf" srcId="{63761A0A-20D0-4BB4-A1C2-2C736FF29734}" destId="{A196F8AA-22A8-4A31-94A4-0BFEDF4CB880}" srcOrd="2" destOrd="0" presId="urn:microsoft.com/office/officeart/2016/7/layout/BasicLinearProcessNumbered"/>
    <dgm:cxn modelId="{CD08EF2C-22B6-4878-9452-DF30D16366C1}" type="presParOf" srcId="{63761A0A-20D0-4BB4-A1C2-2C736FF29734}" destId="{2B22DDA2-9114-4144-985F-2FC2B16D35C1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469CC7-1368-443F-99BE-B318A37FD825}">
      <dsp:nvSpPr>
        <dsp:cNvPr id="0" name=""/>
        <dsp:cNvSpPr/>
      </dsp:nvSpPr>
      <dsp:spPr>
        <a:xfrm>
          <a:off x="3913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1. Formulate H₀ and H₁</a:t>
          </a:r>
        </a:p>
      </dsp:txBody>
      <dsp:txXfrm>
        <a:off x="3913" y="1810325"/>
        <a:ext cx="2118642" cy="1779659"/>
      </dsp:txXfrm>
    </dsp:sp>
    <dsp:sp modelId="{7769DB0C-F4C5-43F4-A2EE-C59E985FA7D1}">
      <dsp:nvSpPr>
        <dsp:cNvPr id="0" name=""/>
        <dsp:cNvSpPr/>
      </dsp:nvSpPr>
      <dsp:spPr>
        <a:xfrm>
          <a:off x="618319" y="979817"/>
          <a:ext cx="889829" cy="889829"/>
        </a:xfrm>
        <a:prstGeom prst="ellipse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1</a:t>
          </a:r>
        </a:p>
      </dsp:txBody>
      <dsp:txXfrm>
        <a:off x="748631" y="1110129"/>
        <a:ext cx="629205" cy="629205"/>
      </dsp:txXfrm>
    </dsp:sp>
    <dsp:sp modelId="{676BAA43-BB4F-44FD-8F7F-BAB3B4D8CE05}">
      <dsp:nvSpPr>
        <dsp:cNvPr id="0" name=""/>
        <dsp:cNvSpPr/>
      </dsp:nvSpPr>
      <dsp:spPr>
        <a:xfrm>
          <a:off x="3913" y="3649235"/>
          <a:ext cx="2118642" cy="72"/>
        </a:xfrm>
        <a:prstGeom prst="rect">
          <a:avLst/>
        </a:prstGeom>
        <a:solidFill>
          <a:srgbClr val="C0504D">
            <a:hueOff val="520169"/>
            <a:satOff val="-649"/>
            <a:lumOff val="153"/>
            <a:alphaOff val="0"/>
          </a:srgbClr>
        </a:solidFill>
        <a:ln w="25400" cap="flat" cmpd="sng" algn="ctr">
          <a:solidFill>
            <a:srgbClr val="C0504D">
              <a:hueOff val="520169"/>
              <a:satOff val="-649"/>
              <a:lumOff val="15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AA77D6-3105-4844-8CDB-FB625AF2EBD8}">
      <dsp:nvSpPr>
        <dsp:cNvPr id="0" name=""/>
        <dsp:cNvSpPr/>
      </dsp:nvSpPr>
      <dsp:spPr>
        <a:xfrm>
          <a:off x="2334419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1256455"/>
            <a:satOff val="-1094"/>
            <a:lumOff val="-1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1256455"/>
              <a:satOff val="-1094"/>
              <a:lumOff val="-1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2. Choose α</a:t>
          </a:r>
        </a:p>
      </dsp:txBody>
      <dsp:txXfrm>
        <a:off x="2334419" y="1810325"/>
        <a:ext cx="2118642" cy="1779659"/>
      </dsp:txXfrm>
    </dsp:sp>
    <dsp:sp modelId="{2B5F2ECC-A55D-4DAE-A8F2-B779FA86D71D}">
      <dsp:nvSpPr>
        <dsp:cNvPr id="0" name=""/>
        <dsp:cNvSpPr/>
      </dsp:nvSpPr>
      <dsp:spPr>
        <a:xfrm>
          <a:off x="2948825" y="979817"/>
          <a:ext cx="889829" cy="889829"/>
        </a:xfrm>
        <a:prstGeom prst="ellipse">
          <a:avLst/>
        </a:prstGeom>
        <a:solidFill>
          <a:srgbClr val="C0504D">
            <a:hueOff val="1040338"/>
            <a:satOff val="-1298"/>
            <a:lumOff val="305"/>
            <a:alphaOff val="0"/>
          </a:srgbClr>
        </a:solidFill>
        <a:ln w="25400" cap="flat" cmpd="sng" algn="ctr">
          <a:solidFill>
            <a:srgbClr val="C0504D">
              <a:hueOff val="1040338"/>
              <a:satOff val="-1298"/>
              <a:lumOff val="305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2</a:t>
          </a:r>
        </a:p>
      </dsp:txBody>
      <dsp:txXfrm>
        <a:off x="3079137" y="1110129"/>
        <a:ext cx="629205" cy="629205"/>
      </dsp:txXfrm>
    </dsp:sp>
    <dsp:sp modelId="{0F547E79-2523-4DB3-9C08-95DD27A51AC4}">
      <dsp:nvSpPr>
        <dsp:cNvPr id="0" name=""/>
        <dsp:cNvSpPr/>
      </dsp:nvSpPr>
      <dsp:spPr>
        <a:xfrm>
          <a:off x="2334419" y="3649235"/>
          <a:ext cx="2118642" cy="72"/>
        </a:xfrm>
        <a:prstGeom prst="rect">
          <a:avLst/>
        </a:prstGeom>
        <a:solidFill>
          <a:srgbClr val="C0504D">
            <a:hueOff val="1560506"/>
            <a:satOff val="-1946"/>
            <a:lumOff val="458"/>
            <a:alphaOff val="0"/>
          </a:srgbClr>
        </a:solidFill>
        <a:ln w="25400" cap="flat" cmpd="sng" algn="ctr">
          <a:solidFill>
            <a:srgbClr val="C0504D">
              <a:hueOff val="1560506"/>
              <a:satOff val="-1946"/>
              <a:lumOff val="458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3466D0-E506-4378-9B7F-301CCCA9AA58}">
      <dsp:nvSpPr>
        <dsp:cNvPr id="0" name=""/>
        <dsp:cNvSpPr/>
      </dsp:nvSpPr>
      <dsp:spPr>
        <a:xfrm>
          <a:off x="4664926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2512910"/>
            <a:satOff val="-2189"/>
            <a:lumOff val="-3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2512910"/>
              <a:satOff val="-2189"/>
              <a:lumOff val="-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3. Select Test</a:t>
          </a:r>
        </a:p>
      </dsp:txBody>
      <dsp:txXfrm>
        <a:off x="4664926" y="1810325"/>
        <a:ext cx="2118642" cy="1779659"/>
      </dsp:txXfrm>
    </dsp:sp>
    <dsp:sp modelId="{D5BFD8C4-B0B0-4D99-8A71-1E878B2E3CA9}">
      <dsp:nvSpPr>
        <dsp:cNvPr id="0" name=""/>
        <dsp:cNvSpPr/>
      </dsp:nvSpPr>
      <dsp:spPr>
        <a:xfrm>
          <a:off x="5279332" y="979817"/>
          <a:ext cx="889829" cy="889829"/>
        </a:xfrm>
        <a:prstGeom prst="ellipse">
          <a:avLst/>
        </a:prstGeom>
        <a:solidFill>
          <a:srgbClr val="C0504D">
            <a:hueOff val="2080675"/>
            <a:satOff val="-2595"/>
            <a:lumOff val="610"/>
            <a:alphaOff val="0"/>
          </a:srgbClr>
        </a:solidFill>
        <a:ln w="25400" cap="flat" cmpd="sng" algn="ctr">
          <a:solidFill>
            <a:srgbClr val="C0504D">
              <a:hueOff val="2080675"/>
              <a:satOff val="-2595"/>
              <a:lumOff val="61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3</a:t>
          </a:r>
        </a:p>
      </dsp:txBody>
      <dsp:txXfrm>
        <a:off x="5409644" y="1110129"/>
        <a:ext cx="629205" cy="629205"/>
      </dsp:txXfrm>
    </dsp:sp>
    <dsp:sp modelId="{FBB7C4FD-8A9F-4AD2-82BE-0373CF9AA0DF}">
      <dsp:nvSpPr>
        <dsp:cNvPr id="0" name=""/>
        <dsp:cNvSpPr/>
      </dsp:nvSpPr>
      <dsp:spPr>
        <a:xfrm>
          <a:off x="4664926" y="3649235"/>
          <a:ext cx="2118642" cy="72"/>
        </a:xfrm>
        <a:prstGeom prst="rect">
          <a:avLst/>
        </a:prstGeom>
        <a:solidFill>
          <a:srgbClr val="C0504D">
            <a:hueOff val="2600844"/>
            <a:satOff val="-3244"/>
            <a:lumOff val="763"/>
            <a:alphaOff val="0"/>
          </a:srgbClr>
        </a:solidFill>
        <a:ln w="25400" cap="flat" cmpd="sng" algn="ctr">
          <a:solidFill>
            <a:srgbClr val="C0504D">
              <a:hueOff val="2600844"/>
              <a:satOff val="-3244"/>
              <a:lumOff val="76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B08170-2A51-4B84-8E36-316A2FB8E2A8}">
      <dsp:nvSpPr>
        <dsp:cNvPr id="0" name=""/>
        <dsp:cNvSpPr/>
      </dsp:nvSpPr>
      <dsp:spPr>
        <a:xfrm>
          <a:off x="6995432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3769366"/>
            <a:satOff val="-3283"/>
            <a:lumOff val="-4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3769366"/>
              <a:satOff val="-3283"/>
              <a:lumOff val="-4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4. Calculate Test Statistic</a:t>
          </a:r>
        </a:p>
      </dsp:txBody>
      <dsp:txXfrm>
        <a:off x="6995432" y="1810325"/>
        <a:ext cx="2118642" cy="1779659"/>
      </dsp:txXfrm>
    </dsp:sp>
    <dsp:sp modelId="{0349DC70-AA64-453F-AC82-88C5373EC56D}">
      <dsp:nvSpPr>
        <dsp:cNvPr id="0" name=""/>
        <dsp:cNvSpPr/>
      </dsp:nvSpPr>
      <dsp:spPr>
        <a:xfrm>
          <a:off x="7609839" y="979817"/>
          <a:ext cx="889829" cy="889829"/>
        </a:xfrm>
        <a:prstGeom prst="ellipse">
          <a:avLst/>
        </a:prstGeom>
        <a:solidFill>
          <a:srgbClr val="C0504D">
            <a:hueOff val="3121013"/>
            <a:satOff val="-3893"/>
            <a:lumOff val="915"/>
            <a:alphaOff val="0"/>
          </a:srgbClr>
        </a:solidFill>
        <a:ln w="25400" cap="flat" cmpd="sng" algn="ctr">
          <a:solidFill>
            <a:srgbClr val="C0504D">
              <a:hueOff val="3121013"/>
              <a:satOff val="-3893"/>
              <a:lumOff val="915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4</a:t>
          </a:r>
        </a:p>
      </dsp:txBody>
      <dsp:txXfrm>
        <a:off x="7740151" y="1110129"/>
        <a:ext cx="629205" cy="629205"/>
      </dsp:txXfrm>
    </dsp:sp>
    <dsp:sp modelId="{68014E59-C244-40B8-9FD9-89F7A544623F}">
      <dsp:nvSpPr>
        <dsp:cNvPr id="0" name=""/>
        <dsp:cNvSpPr/>
      </dsp:nvSpPr>
      <dsp:spPr>
        <a:xfrm>
          <a:off x="6995432" y="3649235"/>
          <a:ext cx="2118642" cy="72"/>
        </a:xfrm>
        <a:prstGeom prst="rect">
          <a:avLst/>
        </a:prstGeom>
        <a:solidFill>
          <a:srgbClr val="C0504D">
            <a:hueOff val="3641181"/>
            <a:satOff val="-4541"/>
            <a:lumOff val="1068"/>
            <a:alphaOff val="0"/>
          </a:srgbClr>
        </a:solidFill>
        <a:ln w="25400" cap="flat" cmpd="sng" algn="ctr">
          <a:solidFill>
            <a:srgbClr val="C0504D">
              <a:hueOff val="3641181"/>
              <a:satOff val="-4541"/>
              <a:lumOff val="1068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E6F7E5-197D-4AF7-A828-70AA8147B344}">
      <dsp:nvSpPr>
        <dsp:cNvPr id="0" name=""/>
        <dsp:cNvSpPr/>
      </dsp:nvSpPr>
      <dsp:spPr>
        <a:xfrm>
          <a:off x="9325939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5025821"/>
            <a:satOff val="-4378"/>
            <a:lumOff val="-6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5025821"/>
              <a:satOff val="-4378"/>
              <a:lumOff val="-6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5. Make Decision</a:t>
          </a:r>
        </a:p>
      </dsp:txBody>
      <dsp:txXfrm>
        <a:off x="9325939" y="1810325"/>
        <a:ext cx="2118642" cy="1779659"/>
      </dsp:txXfrm>
    </dsp:sp>
    <dsp:sp modelId="{9B697E99-C80F-4754-858A-F159AEA84C88}">
      <dsp:nvSpPr>
        <dsp:cNvPr id="0" name=""/>
        <dsp:cNvSpPr/>
      </dsp:nvSpPr>
      <dsp:spPr>
        <a:xfrm>
          <a:off x="9940345" y="979817"/>
          <a:ext cx="889829" cy="889829"/>
        </a:xfrm>
        <a:prstGeom prst="ellipse">
          <a:avLst/>
        </a:prstGeom>
        <a:solidFill>
          <a:srgbClr val="C0504D">
            <a:hueOff val="4161350"/>
            <a:satOff val="-5190"/>
            <a:lumOff val="1220"/>
            <a:alphaOff val="0"/>
          </a:srgbClr>
        </a:solidFill>
        <a:ln w="25400" cap="flat" cmpd="sng" algn="ctr">
          <a:solidFill>
            <a:srgbClr val="C0504D">
              <a:hueOff val="4161350"/>
              <a:satOff val="-5190"/>
              <a:lumOff val="122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5</a:t>
          </a:r>
        </a:p>
      </dsp:txBody>
      <dsp:txXfrm>
        <a:off x="10070657" y="1110129"/>
        <a:ext cx="629205" cy="629205"/>
      </dsp:txXfrm>
    </dsp:sp>
    <dsp:sp modelId="{A196F8AA-22A8-4A31-94A4-0BFEDF4CB880}">
      <dsp:nvSpPr>
        <dsp:cNvPr id="0" name=""/>
        <dsp:cNvSpPr/>
      </dsp:nvSpPr>
      <dsp:spPr>
        <a:xfrm>
          <a:off x="9325939" y="3649235"/>
          <a:ext cx="2118642" cy="72"/>
        </a:xfrm>
        <a:prstGeom prst="rect">
          <a:avLst/>
        </a:prstGeom>
        <a:solidFill>
          <a:srgbClr val="C0504D">
            <a:hueOff val="4681519"/>
            <a:satOff val="-5839"/>
            <a:lumOff val="1373"/>
            <a:alphaOff val="0"/>
          </a:srgbClr>
        </a:solidFill>
        <a:ln w="25400" cap="flat" cmpd="sng" algn="ctr">
          <a:solidFill>
            <a:srgbClr val="C0504D">
              <a:hueOff val="4681519"/>
              <a:satOff val="-5839"/>
              <a:lumOff val="137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02A875-D8EB-4324-BEFA-AC666520C2F7}">
      <dsp:nvSpPr>
        <dsp:cNvPr id="0" name=""/>
        <dsp:cNvSpPr/>
      </dsp:nvSpPr>
      <dsp:spPr>
        <a:xfrm>
          <a:off x="0" y="2227"/>
          <a:ext cx="11049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EE4156-2A86-4D9A-8BC0-135E34DDEFBD}">
      <dsp:nvSpPr>
        <dsp:cNvPr id="0" name=""/>
        <dsp:cNvSpPr/>
      </dsp:nvSpPr>
      <dsp:spPr>
        <a:xfrm>
          <a:off x="0" y="2227"/>
          <a:ext cx="11049000" cy="1518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✅ Null Hypothesis (H₀): This is the hypothesis that there is no effect or no difference. It’s the status quo or the assumption we want to test against.</a:t>
          </a:r>
        </a:p>
      </dsp:txBody>
      <dsp:txXfrm>
        <a:off x="0" y="2227"/>
        <a:ext cx="11049000" cy="1518886"/>
      </dsp:txXfrm>
    </dsp:sp>
    <dsp:sp modelId="{5963C0FE-1BEB-4512-9BCC-BF5AFF497E4D}">
      <dsp:nvSpPr>
        <dsp:cNvPr id="0" name=""/>
        <dsp:cNvSpPr/>
      </dsp:nvSpPr>
      <dsp:spPr>
        <a:xfrm>
          <a:off x="0" y="1521113"/>
          <a:ext cx="11049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23BDA0-A89D-47F4-9164-E5119FCF899E}">
      <dsp:nvSpPr>
        <dsp:cNvPr id="0" name=""/>
        <dsp:cNvSpPr/>
      </dsp:nvSpPr>
      <dsp:spPr>
        <a:xfrm>
          <a:off x="0" y="1521113"/>
          <a:ext cx="11049000" cy="1518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✅ Alternative Hypothesis (H₁): Opposite of null hypothesis. </a:t>
          </a:r>
        </a:p>
      </dsp:txBody>
      <dsp:txXfrm>
        <a:off x="0" y="1521113"/>
        <a:ext cx="11049000" cy="1518886"/>
      </dsp:txXfrm>
    </dsp:sp>
    <dsp:sp modelId="{7272B006-200D-41F6-BF0A-75E0EED2C801}">
      <dsp:nvSpPr>
        <dsp:cNvPr id="0" name=""/>
        <dsp:cNvSpPr/>
      </dsp:nvSpPr>
      <dsp:spPr>
        <a:xfrm>
          <a:off x="0" y="3040000"/>
          <a:ext cx="11049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73CC11-B34A-46A2-B23E-7CBE1F908FB9}">
      <dsp:nvSpPr>
        <dsp:cNvPr id="0" name=""/>
        <dsp:cNvSpPr/>
      </dsp:nvSpPr>
      <dsp:spPr>
        <a:xfrm>
          <a:off x="0" y="3040000"/>
          <a:ext cx="11049000" cy="1518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>
              <a:highlight>
                <a:srgbClr val="FFFF00"/>
              </a:highlight>
            </a:rPr>
            <a:t>When the null hypothesis is rejected the alternate hypothesis is accepted and vice versa.</a:t>
          </a:r>
          <a:endParaRPr lang="en-US" sz="2900" kern="1200" dirty="0">
            <a:highlight>
              <a:srgbClr val="FFFF00"/>
            </a:highlight>
          </a:endParaRPr>
        </a:p>
      </dsp:txBody>
      <dsp:txXfrm>
        <a:off x="0" y="3040000"/>
        <a:ext cx="11049000" cy="15188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469CC7-1368-443F-99BE-B318A37FD825}">
      <dsp:nvSpPr>
        <dsp:cNvPr id="0" name=""/>
        <dsp:cNvSpPr/>
      </dsp:nvSpPr>
      <dsp:spPr>
        <a:xfrm>
          <a:off x="3913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1. Formulate H₀ and H₁</a:t>
          </a:r>
        </a:p>
      </dsp:txBody>
      <dsp:txXfrm>
        <a:off x="3913" y="1810325"/>
        <a:ext cx="2118642" cy="1779659"/>
      </dsp:txXfrm>
    </dsp:sp>
    <dsp:sp modelId="{7769DB0C-F4C5-43F4-A2EE-C59E985FA7D1}">
      <dsp:nvSpPr>
        <dsp:cNvPr id="0" name=""/>
        <dsp:cNvSpPr/>
      </dsp:nvSpPr>
      <dsp:spPr>
        <a:xfrm>
          <a:off x="618319" y="979817"/>
          <a:ext cx="889829" cy="889829"/>
        </a:xfrm>
        <a:prstGeom prst="ellipse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1</a:t>
          </a:r>
        </a:p>
      </dsp:txBody>
      <dsp:txXfrm>
        <a:off x="748631" y="1110129"/>
        <a:ext cx="629205" cy="629205"/>
      </dsp:txXfrm>
    </dsp:sp>
    <dsp:sp modelId="{676BAA43-BB4F-44FD-8F7F-BAB3B4D8CE05}">
      <dsp:nvSpPr>
        <dsp:cNvPr id="0" name=""/>
        <dsp:cNvSpPr/>
      </dsp:nvSpPr>
      <dsp:spPr>
        <a:xfrm>
          <a:off x="3913" y="3649235"/>
          <a:ext cx="2118642" cy="72"/>
        </a:xfrm>
        <a:prstGeom prst="rect">
          <a:avLst/>
        </a:prstGeom>
        <a:solidFill>
          <a:srgbClr val="C0504D">
            <a:hueOff val="520169"/>
            <a:satOff val="-649"/>
            <a:lumOff val="153"/>
            <a:alphaOff val="0"/>
          </a:srgbClr>
        </a:solidFill>
        <a:ln w="25400" cap="flat" cmpd="sng" algn="ctr">
          <a:solidFill>
            <a:srgbClr val="C0504D">
              <a:hueOff val="520169"/>
              <a:satOff val="-649"/>
              <a:lumOff val="15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AA77D6-3105-4844-8CDB-FB625AF2EBD8}">
      <dsp:nvSpPr>
        <dsp:cNvPr id="0" name=""/>
        <dsp:cNvSpPr/>
      </dsp:nvSpPr>
      <dsp:spPr>
        <a:xfrm>
          <a:off x="2334419" y="683207"/>
          <a:ext cx="2118642" cy="2966099"/>
        </a:xfrm>
        <a:prstGeom prst="rect">
          <a:avLst/>
        </a:prstGeom>
        <a:solidFill>
          <a:srgbClr val="FFFF00">
            <a:alpha val="90000"/>
          </a:srgbClr>
        </a:solidFill>
        <a:ln w="25400" cap="flat" cmpd="sng" algn="ctr">
          <a:solidFill>
            <a:srgbClr val="C0504D">
              <a:tint val="40000"/>
              <a:alpha val="90000"/>
              <a:hueOff val="1256455"/>
              <a:satOff val="-1094"/>
              <a:lumOff val="-1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2. Choose α</a:t>
          </a:r>
        </a:p>
      </dsp:txBody>
      <dsp:txXfrm>
        <a:off x="2334419" y="1810325"/>
        <a:ext cx="2118642" cy="1779659"/>
      </dsp:txXfrm>
    </dsp:sp>
    <dsp:sp modelId="{2B5F2ECC-A55D-4DAE-A8F2-B779FA86D71D}">
      <dsp:nvSpPr>
        <dsp:cNvPr id="0" name=""/>
        <dsp:cNvSpPr/>
      </dsp:nvSpPr>
      <dsp:spPr>
        <a:xfrm>
          <a:off x="2948825" y="979817"/>
          <a:ext cx="889829" cy="889829"/>
        </a:xfrm>
        <a:prstGeom prst="ellipse">
          <a:avLst/>
        </a:prstGeom>
        <a:solidFill>
          <a:srgbClr val="C0504D">
            <a:hueOff val="1040338"/>
            <a:satOff val="-1298"/>
            <a:lumOff val="305"/>
            <a:alphaOff val="0"/>
          </a:srgbClr>
        </a:solidFill>
        <a:ln w="25400" cap="flat" cmpd="sng" algn="ctr">
          <a:solidFill>
            <a:srgbClr val="C0504D">
              <a:hueOff val="1040338"/>
              <a:satOff val="-1298"/>
              <a:lumOff val="305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2</a:t>
          </a:r>
        </a:p>
      </dsp:txBody>
      <dsp:txXfrm>
        <a:off x="3079137" y="1110129"/>
        <a:ext cx="629205" cy="629205"/>
      </dsp:txXfrm>
    </dsp:sp>
    <dsp:sp modelId="{0F547E79-2523-4DB3-9C08-95DD27A51AC4}">
      <dsp:nvSpPr>
        <dsp:cNvPr id="0" name=""/>
        <dsp:cNvSpPr/>
      </dsp:nvSpPr>
      <dsp:spPr>
        <a:xfrm>
          <a:off x="2334419" y="3649235"/>
          <a:ext cx="2118642" cy="72"/>
        </a:xfrm>
        <a:prstGeom prst="rect">
          <a:avLst/>
        </a:prstGeom>
        <a:solidFill>
          <a:srgbClr val="C0504D">
            <a:hueOff val="1560506"/>
            <a:satOff val="-1946"/>
            <a:lumOff val="458"/>
            <a:alphaOff val="0"/>
          </a:srgbClr>
        </a:solidFill>
        <a:ln w="25400" cap="flat" cmpd="sng" algn="ctr">
          <a:solidFill>
            <a:srgbClr val="C0504D">
              <a:hueOff val="1560506"/>
              <a:satOff val="-1946"/>
              <a:lumOff val="458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3466D0-E506-4378-9B7F-301CCCA9AA58}">
      <dsp:nvSpPr>
        <dsp:cNvPr id="0" name=""/>
        <dsp:cNvSpPr/>
      </dsp:nvSpPr>
      <dsp:spPr>
        <a:xfrm>
          <a:off x="4664926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2512910"/>
            <a:satOff val="-2189"/>
            <a:lumOff val="-3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2512910"/>
              <a:satOff val="-2189"/>
              <a:lumOff val="-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3. Select Test</a:t>
          </a:r>
        </a:p>
      </dsp:txBody>
      <dsp:txXfrm>
        <a:off x="4664926" y="1810325"/>
        <a:ext cx="2118642" cy="1779659"/>
      </dsp:txXfrm>
    </dsp:sp>
    <dsp:sp modelId="{D5BFD8C4-B0B0-4D99-8A71-1E878B2E3CA9}">
      <dsp:nvSpPr>
        <dsp:cNvPr id="0" name=""/>
        <dsp:cNvSpPr/>
      </dsp:nvSpPr>
      <dsp:spPr>
        <a:xfrm>
          <a:off x="5279332" y="979817"/>
          <a:ext cx="889829" cy="889829"/>
        </a:xfrm>
        <a:prstGeom prst="ellipse">
          <a:avLst/>
        </a:prstGeom>
        <a:solidFill>
          <a:srgbClr val="C0504D">
            <a:hueOff val="2080675"/>
            <a:satOff val="-2595"/>
            <a:lumOff val="610"/>
            <a:alphaOff val="0"/>
          </a:srgbClr>
        </a:solidFill>
        <a:ln w="25400" cap="flat" cmpd="sng" algn="ctr">
          <a:solidFill>
            <a:srgbClr val="C0504D">
              <a:hueOff val="2080675"/>
              <a:satOff val="-2595"/>
              <a:lumOff val="61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3</a:t>
          </a:r>
        </a:p>
      </dsp:txBody>
      <dsp:txXfrm>
        <a:off x="5409644" y="1110129"/>
        <a:ext cx="629205" cy="629205"/>
      </dsp:txXfrm>
    </dsp:sp>
    <dsp:sp modelId="{FBB7C4FD-8A9F-4AD2-82BE-0373CF9AA0DF}">
      <dsp:nvSpPr>
        <dsp:cNvPr id="0" name=""/>
        <dsp:cNvSpPr/>
      </dsp:nvSpPr>
      <dsp:spPr>
        <a:xfrm>
          <a:off x="4664926" y="3649235"/>
          <a:ext cx="2118642" cy="72"/>
        </a:xfrm>
        <a:prstGeom prst="rect">
          <a:avLst/>
        </a:prstGeom>
        <a:solidFill>
          <a:srgbClr val="C0504D">
            <a:hueOff val="2600844"/>
            <a:satOff val="-3244"/>
            <a:lumOff val="763"/>
            <a:alphaOff val="0"/>
          </a:srgbClr>
        </a:solidFill>
        <a:ln w="25400" cap="flat" cmpd="sng" algn="ctr">
          <a:solidFill>
            <a:srgbClr val="C0504D">
              <a:hueOff val="2600844"/>
              <a:satOff val="-3244"/>
              <a:lumOff val="76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B08170-2A51-4B84-8E36-316A2FB8E2A8}">
      <dsp:nvSpPr>
        <dsp:cNvPr id="0" name=""/>
        <dsp:cNvSpPr/>
      </dsp:nvSpPr>
      <dsp:spPr>
        <a:xfrm>
          <a:off x="6995432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3769366"/>
            <a:satOff val="-3283"/>
            <a:lumOff val="-4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3769366"/>
              <a:satOff val="-3283"/>
              <a:lumOff val="-4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4. Calculate Test Statistic</a:t>
          </a:r>
        </a:p>
      </dsp:txBody>
      <dsp:txXfrm>
        <a:off x="6995432" y="1810325"/>
        <a:ext cx="2118642" cy="1779659"/>
      </dsp:txXfrm>
    </dsp:sp>
    <dsp:sp modelId="{0349DC70-AA64-453F-AC82-88C5373EC56D}">
      <dsp:nvSpPr>
        <dsp:cNvPr id="0" name=""/>
        <dsp:cNvSpPr/>
      </dsp:nvSpPr>
      <dsp:spPr>
        <a:xfrm>
          <a:off x="7609839" y="979817"/>
          <a:ext cx="889829" cy="889829"/>
        </a:xfrm>
        <a:prstGeom prst="ellipse">
          <a:avLst/>
        </a:prstGeom>
        <a:solidFill>
          <a:srgbClr val="C0504D">
            <a:hueOff val="3121013"/>
            <a:satOff val="-3893"/>
            <a:lumOff val="915"/>
            <a:alphaOff val="0"/>
          </a:srgbClr>
        </a:solidFill>
        <a:ln w="25400" cap="flat" cmpd="sng" algn="ctr">
          <a:solidFill>
            <a:srgbClr val="C0504D">
              <a:hueOff val="3121013"/>
              <a:satOff val="-3893"/>
              <a:lumOff val="915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4</a:t>
          </a:r>
        </a:p>
      </dsp:txBody>
      <dsp:txXfrm>
        <a:off x="7740151" y="1110129"/>
        <a:ext cx="629205" cy="629205"/>
      </dsp:txXfrm>
    </dsp:sp>
    <dsp:sp modelId="{68014E59-C244-40B8-9FD9-89F7A544623F}">
      <dsp:nvSpPr>
        <dsp:cNvPr id="0" name=""/>
        <dsp:cNvSpPr/>
      </dsp:nvSpPr>
      <dsp:spPr>
        <a:xfrm>
          <a:off x="6995432" y="3649235"/>
          <a:ext cx="2118642" cy="72"/>
        </a:xfrm>
        <a:prstGeom prst="rect">
          <a:avLst/>
        </a:prstGeom>
        <a:solidFill>
          <a:srgbClr val="C0504D">
            <a:hueOff val="3641181"/>
            <a:satOff val="-4541"/>
            <a:lumOff val="1068"/>
            <a:alphaOff val="0"/>
          </a:srgbClr>
        </a:solidFill>
        <a:ln w="25400" cap="flat" cmpd="sng" algn="ctr">
          <a:solidFill>
            <a:srgbClr val="C0504D">
              <a:hueOff val="3641181"/>
              <a:satOff val="-4541"/>
              <a:lumOff val="1068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E6F7E5-197D-4AF7-A828-70AA8147B344}">
      <dsp:nvSpPr>
        <dsp:cNvPr id="0" name=""/>
        <dsp:cNvSpPr/>
      </dsp:nvSpPr>
      <dsp:spPr>
        <a:xfrm>
          <a:off x="9325939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5025821"/>
            <a:satOff val="-4378"/>
            <a:lumOff val="-6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5025821"/>
              <a:satOff val="-4378"/>
              <a:lumOff val="-6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5. Make Decision</a:t>
          </a:r>
        </a:p>
      </dsp:txBody>
      <dsp:txXfrm>
        <a:off x="9325939" y="1810325"/>
        <a:ext cx="2118642" cy="1779659"/>
      </dsp:txXfrm>
    </dsp:sp>
    <dsp:sp modelId="{9B697E99-C80F-4754-858A-F159AEA84C88}">
      <dsp:nvSpPr>
        <dsp:cNvPr id="0" name=""/>
        <dsp:cNvSpPr/>
      </dsp:nvSpPr>
      <dsp:spPr>
        <a:xfrm>
          <a:off x="9940345" y="979817"/>
          <a:ext cx="889829" cy="889829"/>
        </a:xfrm>
        <a:prstGeom prst="ellipse">
          <a:avLst/>
        </a:prstGeom>
        <a:solidFill>
          <a:srgbClr val="C0504D">
            <a:hueOff val="4161350"/>
            <a:satOff val="-5190"/>
            <a:lumOff val="1220"/>
            <a:alphaOff val="0"/>
          </a:srgbClr>
        </a:solidFill>
        <a:ln w="25400" cap="flat" cmpd="sng" algn="ctr">
          <a:solidFill>
            <a:srgbClr val="C0504D">
              <a:hueOff val="4161350"/>
              <a:satOff val="-5190"/>
              <a:lumOff val="122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5</a:t>
          </a:r>
        </a:p>
      </dsp:txBody>
      <dsp:txXfrm>
        <a:off x="10070657" y="1110129"/>
        <a:ext cx="629205" cy="629205"/>
      </dsp:txXfrm>
    </dsp:sp>
    <dsp:sp modelId="{A196F8AA-22A8-4A31-94A4-0BFEDF4CB880}">
      <dsp:nvSpPr>
        <dsp:cNvPr id="0" name=""/>
        <dsp:cNvSpPr/>
      </dsp:nvSpPr>
      <dsp:spPr>
        <a:xfrm>
          <a:off x="9325939" y="3649235"/>
          <a:ext cx="2118642" cy="72"/>
        </a:xfrm>
        <a:prstGeom prst="rect">
          <a:avLst/>
        </a:prstGeom>
        <a:solidFill>
          <a:srgbClr val="C0504D">
            <a:hueOff val="4681519"/>
            <a:satOff val="-5839"/>
            <a:lumOff val="1373"/>
            <a:alphaOff val="0"/>
          </a:srgbClr>
        </a:solidFill>
        <a:ln w="25400" cap="flat" cmpd="sng" algn="ctr">
          <a:solidFill>
            <a:srgbClr val="C0504D">
              <a:hueOff val="4681519"/>
              <a:satOff val="-5839"/>
              <a:lumOff val="137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469CC7-1368-443F-99BE-B318A37FD825}">
      <dsp:nvSpPr>
        <dsp:cNvPr id="0" name=""/>
        <dsp:cNvSpPr/>
      </dsp:nvSpPr>
      <dsp:spPr>
        <a:xfrm>
          <a:off x="3913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1. Formulate H₀ and H₁</a:t>
          </a:r>
        </a:p>
      </dsp:txBody>
      <dsp:txXfrm>
        <a:off x="3913" y="1810325"/>
        <a:ext cx="2118642" cy="1779659"/>
      </dsp:txXfrm>
    </dsp:sp>
    <dsp:sp modelId="{7769DB0C-F4C5-43F4-A2EE-C59E985FA7D1}">
      <dsp:nvSpPr>
        <dsp:cNvPr id="0" name=""/>
        <dsp:cNvSpPr/>
      </dsp:nvSpPr>
      <dsp:spPr>
        <a:xfrm>
          <a:off x="618319" y="979817"/>
          <a:ext cx="889829" cy="889829"/>
        </a:xfrm>
        <a:prstGeom prst="ellipse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1</a:t>
          </a:r>
        </a:p>
      </dsp:txBody>
      <dsp:txXfrm>
        <a:off x="748631" y="1110129"/>
        <a:ext cx="629205" cy="629205"/>
      </dsp:txXfrm>
    </dsp:sp>
    <dsp:sp modelId="{676BAA43-BB4F-44FD-8F7F-BAB3B4D8CE05}">
      <dsp:nvSpPr>
        <dsp:cNvPr id="0" name=""/>
        <dsp:cNvSpPr/>
      </dsp:nvSpPr>
      <dsp:spPr>
        <a:xfrm>
          <a:off x="3913" y="3649235"/>
          <a:ext cx="2118642" cy="72"/>
        </a:xfrm>
        <a:prstGeom prst="rect">
          <a:avLst/>
        </a:prstGeom>
        <a:solidFill>
          <a:srgbClr val="C0504D">
            <a:hueOff val="520169"/>
            <a:satOff val="-649"/>
            <a:lumOff val="153"/>
            <a:alphaOff val="0"/>
          </a:srgbClr>
        </a:solidFill>
        <a:ln w="25400" cap="flat" cmpd="sng" algn="ctr">
          <a:solidFill>
            <a:srgbClr val="C0504D">
              <a:hueOff val="520169"/>
              <a:satOff val="-649"/>
              <a:lumOff val="15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AA77D6-3105-4844-8CDB-FB625AF2EBD8}">
      <dsp:nvSpPr>
        <dsp:cNvPr id="0" name=""/>
        <dsp:cNvSpPr/>
      </dsp:nvSpPr>
      <dsp:spPr>
        <a:xfrm>
          <a:off x="2334419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2. Choose α</a:t>
          </a:r>
        </a:p>
      </dsp:txBody>
      <dsp:txXfrm>
        <a:off x="2334419" y="1810325"/>
        <a:ext cx="2118642" cy="1779659"/>
      </dsp:txXfrm>
    </dsp:sp>
    <dsp:sp modelId="{2B5F2ECC-A55D-4DAE-A8F2-B779FA86D71D}">
      <dsp:nvSpPr>
        <dsp:cNvPr id="0" name=""/>
        <dsp:cNvSpPr/>
      </dsp:nvSpPr>
      <dsp:spPr>
        <a:xfrm>
          <a:off x="2948825" y="979817"/>
          <a:ext cx="889829" cy="889829"/>
        </a:xfrm>
        <a:prstGeom prst="ellipse">
          <a:avLst/>
        </a:prstGeom>
        <a:solidFill>
          <a:srgbClr val="C0504D">
            <a:hueOff val="1040338"/>
            <a:satOff val="-1298"/>
            <a:lumOff val="305"/>
            <a:alphaOff val="0"/>
          </a:srgbClr>
        </a:solidFill>
        <a:ln w="25400" cap="flat" cmpd="sng" algn="ctr">
          <a:solidFill>
            <a:srgbClr val="C0504D">
              <a:hueOff val="1040338"/>
              <a:satOff val="-1298"/>
              <a:lumOff val="305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2</a:t>
          </a:r>
        </a:p>
      </dsp:txBody>
      <dsp:txXfrm>
        <a:off x="3079137" y="1110129"/>
        <a:ext cx="629205" cy="629205"/>
      </dsp:txXfrm>
    </dsp:sp>
    <dsp:sp modelId="{0F547E79-2523-4DB3-9C08-95DD27A51AC4}">
      <dsp:nvSpPr>
        <dsp:cNvPr id="0" name=""/>
        <dsp:cNvSpPr/>
      </dsp:nvSpPr>
      <dsp:spPr>
        <a:xfrm>
          <a:off x="2334419" y="3649235"/>
          <a:ext cx="2118642" cy="72"/>
        </a:xfrm>
        <a:prstGeom prst="rect">
          <a:avLst/>
        </a:prstGeom>
        <a:solidFill>
          <a:srgbClr val="C0504D">
            <a:hueOff val="1560506"/>
            <a:satOff val="-1946"/>
            <a:lumOff val="458"/>
            <a:alphaOff val="0"/>
          </a:srgbClr>
        </a:solidFill>
        <a:ln w="25400" cap="flat" cmpd="sng" algn="ctr">
          <a:solidFill>
            <a:srgbClr val="C0504D">
              <a:hueOff val="1560506"/>
              <a:satOff val="-1946"/>
              <a:lumOff val="458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3466D0-E506-4378-9B7F-301CCCA9AA58}">
      <dsp:nvSpPr>
        <dsp:cNvPr id="0" name=""/>
        <dsp:cNvSpPr/>
      </dsp:nvSpPr>
      <dsp:spPr>
        <a:xfrm>
          <a:off x="4664926" y="683207"/>
          <a:ext cx="2118642" cy="2966099"/>
        </a:xfrm>
        <a:prstGeom prst="rect">
          <a:avLst/>
        </a:prstGeom>
        <a:solidFill>
          <a:srgbClr val="FFFF00">
            <a:alpha val="90000"/>
          </a:srgbClr>
        </a:solidFill>
        <a:ln w="25400" cap="flat" cmpd="sng" algn="ctr">
          <a:solidFill>
            <a:srgbClr val="C0504D">
              <a:tint val="40000"/>
              <a:alpha val="90000"/>
              <a:hueOff val="1256455"/>
              <a:satOff val="-1094"/>
              <a:lumOff val="-1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3. Select Test</a:t>
          </a:r>
        </a:p>
      </dsp:txBody>
      <dsp:txXfrm>
        <a:off x="4664926" y="1810325"/>
        <a:ext cx="2118642" cy="1779659"/>
      </dsp:txXfrm>
    </dsp:sp>
    <dsp:sp modelId="{D5BFD8C4-B0B0-4D99-8A71-1E878B2E3CA9}">
      <dsp:nvSpPr>
        <dsp:cNvPr id="0" name=""/>
        <dsp:cNvSpPr/>
      </dsp:nvSpPr>
      <dsp:spPr>
        <a:xfrm>
          <a:off x="5279332" y="979817"/>
          <a:ext cx="889829" cy="889829"/>
        </a:xfrm>
        <a:prstGeom prst="ellipse">
          <a:avLst/>
        </a:prstGeom>
        <a:solidFill>
          <a:srgbClr val="C0504D">
            <a:hueOff val="2080675"/>
            <a:satOff val="-2595"/>
            <a:lumOff val="610"/>
            <a:alphaOff val="0"/>
          </a:srgbClr>
        </a:solidFill>
        <a:ln w="25400" cap="flat" cmpd="sng" algn="ctr">
          <a:solidFill>
            <a:srgbClr val="C0504D">
              <a:hueOff val="2080675"/>
              <a:satOff val="-2595"/>
              <a:lumOff val="61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3</a:t>
          </a:r>
        </a:p>
      </dsp:txBody>
      <dsp:txXfrm>
        <a:off x="5409644" y="1110129"/>
        <a:ext cx="629205" cy="629205"/>
      </dsp:txXfrm>
    </dsp:sp>
    <dsp:sp modelId="{FBB7C4FD-8A9F-4AD2-82BE-0373CF9AA0DF}">
      <dsp:nvSpPr>
        <dsp:cNvPr id="0" name=""/>
        <dsp:cNvSpPr/>
      </dsp:nvSpPr>
      <dsp:spPr>
        <a:xfrm>
          <a:off x="4664926" y="3649235"/>
          <a:ext cx="2118642" cy="72"/>
        </a:xfrm>
        <a:prstGeom prst="rect">
          <a:avLst/>
        </a:prstGeom>
        <a:solidFill>
          <a:srgbClr val="C0504D">
            <a:hueOff val="2600844"/>
            <a:satOff val="-3244"/>
            <a:lumOff val="763"/>
            <a:alphaOff val="0"/>
          </a:srgbClr>
        </a:solidFill>
        <a:ln w="25400" cap="flat" cmpd="sng" algn="ctr">
          <a:solidFill>
            <a:srgbClr val="C0504D">
              <a:hueOff val="2600844"/>
              <a:satOff val="-3244"/>
              <a:lumOff val="76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B08170-2A51-4B84-8E36-316A2FB8E2A8}">
      <dsp:nvSpPr>
        <dsp:cNvPr id="0" name=""/>
        <dsp:cNvSpPr/>
      </dsp:nvSpPr>
      <dsp:spPr>
        <a:xfrm>
          <a:off x="6995432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3769366"/>
            <a:satOff val="-3283"/>
            <a:lumOff val="-4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3769366"/>
              <a:satOff val="-3283"/>
              <a:lumOff val="-4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4. Calculate Test Statistic</a:t>
          </a:r>
        </a:p>
      </dsp:txBody>
      <dsp:txXfrm>
        <a:off x="6995432" y="1810325"/>
        <a:ext cx="2118642" cy="1779659"/>
      </dsp:txXfrm>
    </dsp:sp>
    <dsp:sp modelId="{0349DC70-AA64-453F-AC82-88C5373EC56D}">
      <dsp:nvSpPr>
        <dsp:cNvPr id="0" name=""/>
        <dsp:cNvSpPr/>
      </dsp:nvSpPr>
      <dsp:spPr>
        <a:xfrm>
          <a:off x="7609839" y="979817"/>
          <a:ext cx="889829" cy="889829"/>
        </a:xfrm>
        <a:prstGeom prst="ellipse">
          <a:avLst/>
        </a:prstGeom>
        <a:solidFill>
          <a:srgbClr val="C0504D">
            <a:hueOff val="3121013"/>
            <a:satOff val="-3893"/>
            <a:lumOff val="915"/>
            <a:alphaOff val="0"/>
          </a:srgbClr>
        </a:solidFill>
        <a:ln w="25400" cap="flat" cmpd="sng" algn="ctr">
          <a:solidFill>
            <a:srgbClr val="C0504D">
              <a:hueOff val="3121013"/>
              <a:satOff val="-3893"/>
              <a:lumOff val="915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4</a:t>
          </a:r>
        </a:p>
      </dsp:txBody>
      <dsp:txXfrm>
        <a:off x="7740151" y="1110129"/>
        <a:ext cx="629205" cy="629205"/>
      </dsp:txXfrm>
    </dsp:sp>
    <dsp:sp modelId="{68014E59-C244-40B8-9FD9-89F7A544623F}">
      <dsp:nvSpPr>
        <dsp:cNvPr id="0" name=""/>
        <dsp:cNvSpPr/>
      </dsp:nvSpPr>
      <dsp:spPr>
        <a:xfrm>
          <a:off x="6995432" y="3649235"/>
          <a:ext cx="2118642" cy="72"/>
        </a:xfrm>
        <a:prstGeom prst="rect">
          <a:avLst/>
        </a:prstGeom>
        <a:solidFill>
          <a:srgbClr val="C0504D">
            <a:hueOff val="3641181"/>
            <a:satOff val="-4541"/>
            <a:lumOff val="1068"/>
            <a:alphaOff val="0"/>
          </a:srgbClr>
        </a:solidFill>
        <a:ln w="25400" cap="flat" cmpd="sng" algn="ctr">
          <a:solidFill>
            <a:srgbClr val="C0504D">
              <a:hueOff val="3641181"/>
              <a:satOff val="-4541"/>
              <a:lumOff val="1068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E6F7E5-197D-4AF7-A828-70AA8147B344}">
      <dsp:nvSpPr>
        <dsp:cNvPr id="0" name=""/>
        <dsp:cNvSpPr/>
      </dsp:nvSpPr>
      <dsp:spPr>
        <a:xfrm>
          <a:off x="9325939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5025821"/>
            <a:satOff val="-4378"/>
            <a:lumOff val="-6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5025821"/>
              <a:satOff val="-4378"/>
              <a:lumOff val="-6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5. Make Decision</a:t>
          </a:r>
        </a:p>
      </dsp:txBody>
      <dsp:txXfrm>
        <a:off x="9325939" y="1810325"/>
        <a:ext cx="2118642" cy="1779659"/>
      </dsp:txXfrm>
    </dsp:sp>
    <dsp:sp modelId="{9B697E99-C80F-4754-858A-F159AEA84C88}">
      <dsp:nvSpPr>
        <dsp:cNvPr id="0" name=""/>
        <dsp:cNvSpPr/>
      </dsp:nvSpPr>
      <dsp:spPr>
        <a:xfrm>
          <a:off x="9940345" y="979817"/>
          <a:ext cx="889829" cy="889829"/>
        </a:xfrm>
        <a:prstGeom prst="ellipse">
          <a:avLst/>
        </a:prstGeom>
        <a:solidFill>
          <a:srgbClr val="C0504D">
            <a:hueOff val="4161350"/>
            <a:satOff val="-5190"/>
            <a:lumOff val="1220"/>
            <a:alphaOff val="0"/>
          </a:srgbClr>
        </a:solidFill>
        <a:ln w="25400" cap="flat" cmpd="sng" algn="ctr">
          <a:solidFill>
            <a:srgbClr val="C0504D">
              <a:hueOff val="4161350"/>
              <a:satOff val="-5190"/>
              <a:lumOff val="122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5</a:t>
          </a:r>
        </a:p>
      </dsp:txBody>
      <dsp:txXfrm>
        <a:off x="10070657" y="1110129"/>
        <a:ext cx="629205" cy="629205"/>
      </dsp:txXfrm>
    </dsp:sp>
    <dsp:sp modelId="{A196F8AA-22A8-4A31-94A4-0BFEDF4CB880}">
      <dsp:nvSpPr>
        <dsp:cNvPr id="0" name=""/>
        <dsp:cNvSpPr/>
      </dsp:nvSpPr>
      <dsp:spPr>
        <a:xfrm>
          <a:off x="9325939" y="3649235"/>
          <a:ext cx="2118642" cy="72"/>
        </a:xfrm>
        <a:prstGeom prst="rect">
          <a:avLst/>
        </a:prstGeom>
        <a:solidFill>
          <a:srgbClr val="C0504D">
            <a:hueOff val="4681519"/>
            <a:satOff val="-5839"/>
            <a:lumOff val="1373"/>
            <a:alphaOff val="0"/>
          </a:srgbClr>
        </a:solidFill>
        <a:ln w="25400" cap="flat" cmpd="sng" algn="ctr">
          <a:solidFill>
            <a:srgbClr val="C0504D">
              <a:hueOff val="4681519"/>
              <a:satOff val="-5839"/>
              <a:lumOff val="137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469CC7-1368-443F-99BE-B318A37FD825}">
      <dsp:nvSpPr>
        <dsp:cNvPr id="0" name=""/>
        <dsp:cNvSpPr/>
      </dsp:nvSpPr>
      <dsp:spPr>
        <a:xfrm>
          <a:off x="3913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1. Formulate H₀ and H₁</a:t>
          </a:r>
        </a:p>
      </dsp:txBody>
      <dsp:txXfrm>
        <a:off x="3913" y="1810325"/>
        <a:ext cx="2118642" cy="1779659"/>
      </dsp:txXfrm>
    </dsp:sp>
    <dsp:sp modelId="{7769DB0C-F4C5-43F4-A2EE-C59E985FA7D1}">
      <dsp:nvSpPr>
        <dsp:cNvPr id="0" name=""/>
        <dsp:cNvSpPr/>
      </dsp:nvSpPr>
      <dsp:spPr>
        <a:xfrm>
          <a:off x="618319" y="979817"/>
          <a:ext cx="889829" cy="889829"/>
        </a:xfrm>
        <a:prstGeom prst="ellipse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1</a:t>
          </a:r>
        </a:p>
      </dsp:txBody>
      <dsp:txXfrm>
        <a:off x="748631" y="1110129"/>
        <a:ext cx="629205" cy="629205"/>
      </dsp:txXfrm>
    </dsp:sp>
    <dsp:sp modelId="{676BAA43-BB4F-44FD-8F7F-BAB3B4D8CE05}">
      <dsp:nvSpPr>
        <dsp:cNvPr id="0" name=""/>
        <dsp:cNvSpPr/>
      </dsp:nvSpPr>
      <dsp:spPr>
        <a:xfrm>
          <a:off x="3913" y="3649235"/>
          <a:ext cx="2118642" cy="72"/>
        </a:xfrm>
        <a:prstGeom prst="rect">
          <a:avLst/>
        </a:prstGeom>
        <a:solidFill>
          <a:srgbClr val="C0504D">
            <a:hueOff val="520169"/>
            <a:satOff val="-649"/>
            <a:lumOff val="153"/>
            <a:alphaOff val="0"/>
          </a:srgbClr>
        </a:solidFill>
        <a:ln w="25400" cap="flat" cmpd="sng" algn="ctr">
          <a:solidFill>
            <a:srgbClr val="C0504D">
              <a:hueOff val="520169"/>
              <a:satOff val="-649"/>
              <a:lumOff val="15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AA77D6-3105-4844-8CDB-FB625AF2EBD8}">
      <dsp:nvSpPr>
        <dsp:cNvPr id="0" name=""/>
        <dsp:cNvSpPr/>
      </dsp:nvSpPr>
      <dsp:spPr>
        <a:xfrm>
          <a:off x="2334419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2. Choose α</a:t>
          </a:r>
        </a:p>
      </dsp:txBody>
      <dsp:txXfrm>
        <a:off x="2334419" y="1810325"/>
        <a:ext cx="2118642" cy="1779659"/>
      </dsp:txXfrm>
    </dsp:sp>
    <dsp:sp modelId="{2B5F2ECC-A55D-4DAE-A8F2-B779FA86D71D}">
      <dsp:nvSpPr>
        <dsp:cNvPr id="0" name=""/>
        <dsp:cNvSpPr/>
      </dsp:nvSpPr>
      <dsp:spPr>
        <a:xfrm>
          <a:off x="2948825" y="979817"/>
          <a:ext cx="889829" cy="889829"/>
        </a:xfrm>
        <a:prstGeom prst="ellipse">
          <a:avLst/>
        </a:prstGeom>
        <a:solidFill>
          <a:srgbClr val="C0504D">
            <a:hueOff val="1040338"/>
            <a:satOff val="-1298"/>
            <a:lumOff val="305"/>
            <a:alphaOff val="0"/>
          </a:srgbClr>
        </a:solidFill>
        <a:ln w="25400" cap="flat" cmpd="sng" algn="ctr">
          <a:solidFill>
            <a:srgbClr val="C0504D">
              <a:hueOff val="1040338"/>
              <a:satOff val="-1298"/>
              <a:lumOff val="305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2</a:t>
          </a:r>
        </a:p>
      </dsp:txBody>
      <dsp:txXfrm>
        <a:off x="3079137" y="1110129"/>
        <a:ext cx="629205" cy="629205"/>
      </dsp:txXfrm>
    </dsp:sp>
    <dsp:sp modelId="{0F547E79-2523-4DB3-9C08-95DD27A51AC4}">
      <dsp:nvSpPr>
        <dsp:cNvPr id="0" name=""/>
        <dsp:cNvSpPr/>
      </dsp:nvSpPr>
      <dsp:spPr>
        <a:xfrm>
          <a:off x="2334419" y="3649235"/>
          <a:ext cx="2118642" cy="72"/>
        </a:xfrm>
        <a:prstGeom prst="rect">
          <a:avLst/>
        </a:prstGeom>
        <a:solidFill>
          <a:srgbClr val="C0504D">
            <a:hueOff val="1560506"/>
            <a:satOff val="-1946"/>
            <a:lumOff val="458"/>
            <a:alphaOff val="0"/>
          </a:srgbClr>
        </a:solidFill>
        <a:ln w="25400" cap="flat" cmpd="sng" algn="ctr">
          <a:solidFill>
            <a:srgbClr val="C0504D">
              <a:hueOff val="1560506"/>
              <a:satOff val="-1946"/>
              <a:lumOff val="458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3466D0-E506-4378-9B7F-301CCCA9AA58}">
      <dsp:nvSpPr>
        <dsp:cNvPr id="0" name=""/>
        <dsp:cNvSpPr/>
      </dsp:nvSpPr>
      <dsp:spPr>
        <a:xfrm>
          <a:off x="4664926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3. Select Test</a:t>
          </a:r>
        </a:p>
      </dsp:txBody>
      <dsp:txXfrm>
        <a:off x="4664926" y="1810325"/>
        <a:ext cx="2118642" cy="1779659"/>
      </dsp:txXfrm>
    </dsp:sp>
    <dsp:sp modelId="{D5BFD8C4-B0B0-4D99-8A71-1E878B2E3CA9}">
      <dsp:nvSpPr>
        <dsp:cNvPr id="0" name=""/>
        <dsp:cNvSpPr/>
      </dsp:nvSpPr>
      <dsp:spPr>
        <a:xfrm>
          <a:off x="5279332" y="979817"/>
          <a:ext cx="889829" cy="889829"/>
        </a:xfrm>
        <a:prstGeom prst="ellipse">
          <a:avLst/>
        </a:prstGeom>
        <a:solidFill>
          <a:srgbClr val="C0504D">
            <a:hueOff val="2080675"/>
            <a:satOff val="-2595"/>
            <a:lumOff val="610"/>
            <a:alphaOff val="0"/>
          </a:srgbClr>
        </a:solidFill>
        <a:ln w="25400" cap="flat" cmpd="sng" algn="ctr">
          <a:solidFill>
            <a:srgbClr val="C0504D">
              <a:hueOff val="2080675"/>
              <a:satOff val="-2595"/>
              <a:lumOff val="61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3</a:t>
          </a:r>
        </a:p>
      </dsp:txBody>
      <dsp:txXfrm>
        <a:off x="5409644" y="1110129"/>
        <a:ext cx="629205" cy="629205"/>
      </dsp:txXfrm>
    </dsp:sp>
    <dsp:sp modelId="{FBB7C4FD-8A9F-4AD2-82BE-0373CF9AA0DF}">
      <dsp:nvSpPr>
        <dsp:cNvPr id="0" name=""/>
        <dsp:cNvSpPr/>
      </dsp:nvSpPr>
      <dsp:spPr>
        <a:xfrm>
          <a:off x="4664926" y="3649235"/>
          <a:ext cx="2118642" cy="72"/>
        </a:xfrm>
        <a:prstGeom prst="rect">
          <a:avLst/>
        </a:prstGeom>
        <a:solidFill>
          <a:srgbClr val="C0504D">
            <a:hueOff val="2600844"/>
            <a:satOff val="-3244"/>
            <a:lumOff val="763"/>
            <a:alphaOff val="0"/>
          </a:srgbClr>
        </a:solidFill>
        <a:ln w="25400" cap="flat" cmpd="sng" algn="ctr">
          <a:solidFill>
            <a:srgbClr val="C0504D">
              <a:hueOff val="2600844"/>
              <a:satOff val="-3244"/>
              <a:lumOff val="76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B08170-2A51-4B84-8E36-316A2FB8E2A8}">
      <dsp:nvSpPr>
        <dsp:cNvPr id="0" name=""/>
        <dsp:cNvSpPr/>
      </dsp:nvSpPr>
      <dsp:spPr>
        <a:xfrm>
          <a:off x="6995432" y="683207"/>
          <a:ext cx="2118642" cy="2966099"/>
        </a:xfrm>
        <a:prstGeom prst="rect">
          <a:avLst/>
        </a:prstGeom>
        <a:solidFill>
          <a:srgbClr val="FFFF00">
            <a:alpha val="90000"/>
          </a:srgbClr>
        </a:solidFill>
        <a:ln w="25400" cap="flat" cmpd="sng" algn="ctr">
          <a:solidFill>
            <a:srgbClr val="C0504D">
              <a:tint val="40000"/>
              <a:alpha val="90000"/>
              <a:hueOff val="1256455"/>
              <a:satOff val="-1094"/>
              <a:lumOff val="-1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4. Calculate Test Statistic</a:t>
          </a:r>
        </a:p>
      </dsp:txBody>
      <dsp:txXfrm>
        <a:off x="6995432" y="1810325"/>
        <a:ext cx="2118642" cy="1779659"/>
      </dsp:txXfrm>
    </dsp:sp>
    <dsp:sp modelId="{0349DC70-AA64-453F-AC82-88C5373EC56D}">
      <dsp:nvSpPr>
        <dsp:cNvPr id="0" name=""/>
        <dsp:cNvSpPr/>
      </dsp:nvSpPr>
      <dsp:spPr>
        <a:xfrm>
          <a:off x="7609839" y="979817"/>
          <a:ext cx="889829" cy="889829"/>
        </a:xfrm>
        <a:prstGeom prst="ellipse">
          <a:avLst/>
        </a:prstGeom>
        <a:solidFill>
          <a:srgbClr val="C0504D">
            <a:hueOff val="3121013"/>
            <a:satOff val="-3893"/>
            <a:lumOff val="915"/>
            <a:alphaOff val="0"/>
          </a:srgbClr>
        </a:solidFill>
        <a:ln w="25400" cap="flat" cmpd="sng" algn="ctr">
          <a:solidFill>
            <a:srgbClr val="C0504D">
              <a:hueOff val="3121013"/>
              <a:satOff val="-3893"/>
              <a:lumOff val="915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4</a:t>
          </a:r>
        </a:p>
      </dsp:txBody>
      <dsp:txXfrm>
        <a:off x="7740151" y="1110129"/>
        <a:ext cx="629205" cy="629205"/>
      </dsp:txXfrm>
    </dsp:sp>
    <dsp:sp modelId="{68014E59-C244-40B8-9FD9-89F7A544623F}">
      <dsp:nvSpPr>
        <dsp:cNvPr id="0" name=""/>
        <dsp:cNvSpPr/>
      </dsp:nvSpPr>
      <dsp:spPr>
        <a:xfrm>
          <a:off x="6995432" y="3649235"/>
          <a:ext cx="2118642" cy="72"/>
        </a:xfrm>
        <a:prstGeom prst="rect">
          <a:avLst/>
        </a:prstGeom>
        <a:solidFill>
          <a:srgbClr val="C0504D">
            <a:hueOff val="3641181"/>
            <a:satOff val="-4541"/>
            <a:lumOff val="1068"/>
            <a:alphaOff val="0"/>
          </a:srgbClr>
        </a:solidFill>
        <a:ln w="25400" cap="flat" cmpd="sng" algn="ctr">
          <a:solidFill>
            <a:srgbClr val="C0504D">
              <a:hueOff val="3641181"/>
              <a:satOff val="-4541"/>
              <a:lumOff val="1068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E6F7E5-197D-4AF7-A828-70AA8147B344}">
      <dsp:nvSpPr>
        <dsp:cNvPr id="0" name=""/>
        <dsp:cNvSpPr/>
      </dsp:nvSpPr>
      <dsp:spPr>
        <a:xfrm>
          <a:off x="9325939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5025821"/>
            <a:satOff val="-4378"/>
            <a:lumOff val="-6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5025821"/>
              <a:satOff val="-4378"/>
              <a:lumOff val="-6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5. Make Decision</a:t>
          </a:r>
        </a:p>
      </dsp:txBody>
      <dsp:txXfrm>
        <a:off x="9325939" y="1810325"/>
        <a:ext cx="2118642" cy="1779659"/>
      </dsp:txXfrm>
    </dsp:sp>
    <dsp:sp modelId="{9B697E99-C80F-4754-858A-F159AEA84C88}">
      <dsp:nvSpPr>
        <dsp:cNvPr id="0" name=""/>
        <dsp:cNvSpPr/>
      </dsp:nvSpPr>
      <dsp:spPr>
        <a:xfrm>
          <a:off x="9940345" y="979817"/>
          <a:ext cx="889829" cy="889829"/>
        </a:xfrm>
        <a:prstGeom prst="ellipse">
          <a:avLst/>
        </a:prstGeom>
        <a:solidFill>
          <a:srgbClr val="C0504D">
            <a:hueOff val="4161350"/>
            <a:satOff val="-5190"/>
            <a:lumOff val="1220"/>
            <a:alphaOff val="0"/>
          </a:srgbClr>
        </a:solidFill>
        <a:ln w="25400" cap="flat" cmpd="sng" algn="ctr">
          <a:solidFill>
            <a:srgbClr val="C0504D">
              <a:hueOff val="4161350"/>
              <a:satOff val="-5190"/>
              <a:lumOff val="122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5</a:t>
          </a:r>
        </a:p>
      </dsp:txBody>
      <dsp:txXfrm>
        <a:off x="10070657" y="1110129"/>
        <a:ext cx="629205" cy="629205"/>
      </dsp:txXfrm>
    </dsp:sp>
    <dsp:sp modelId="{A196F8AA-22A8-4A31-94A4-0BFEDF4CB880}">
      <dsp:nvSpPr>
        <dsp:cNvPr id="0" name=""/>
        <dsp:cNvSpPr/>
      </dsp:nvSpPr>
      <dsp:spPr>
        <a:xfrm>
          <a:off x="9325939" y="3649235"/>
          <a:ext cx="2118642" cy="72"/>
        </a:xfrm>
        <a:prstGeom prst="rect">
          <a:avLst/>
        </a:prstGeom>
        <a:solidFill>
          <a:srgbClr val="C0504D">
            <a:hueOff val="4681519"/>
            <a:satOff val="-5839"/>
            <a:lumOff val="1373"/>
            <a:alphaOff val="0"/>
          </a:srgbClr>
        </a:solidFill>
        <a:ln w="25400" cap="flat" cmpd="sng" algn="ctr">
          <a:solidFill>
            <a:srgbClr val="C0504D">
              <a:hueOff val="4681519"/>
              <a:satOff val="-5839"/>
              <a:lumOff val="137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469CC7-1368-443F-99BE-B318A37FD825}">
      <dsp:nvSpPr>
        <dsp:cNvPr id="0" name=""/>
        <dsp:cNvSpPr/>
      </dsp:nvSpPr>
      <dsp:spPr>
        <a:xfrm>
          <a:off x="3913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1. Formulate H₀ and H₁</a:t>
          </a:r>
        </a:p>
      </dsp:txBody>
      <dsp:txXfrm>
        <a:off x="3913" y="1810325"/>
        <a:ext cx="2118642" cy="1779659"/>
      </dsp:txXfrm>
    </dsp:sp>
    <dsp:sp modelId="{7769DB0C-F4C5-43F4-A2EE-C59E985FA7D1}">
      <dsp:nvSpPr>
        <dsp:cNvPr id="0" name=""/>
        <dsp:cNvSpPr/>
      </dsp:nvSpPr>
      <dsp:spPr>
        <a:xfrm>
          <a:off x="618319" y="979817"/>
          <a:ext cx="889829" cy="889829"/>
        </a:xfrm>
        <a:prstGeom prst="ellipse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1</a:t>
          </a:r>
        </a:p>
      </dsp:txBody>
      <dsp:txXfrm>
        <a:off x="748631" y="1110129"/>
        <a:ext cx="629205" cy="629205"/>
      </dsp:txXfrm>
    </dsp:sp>
    <dsp:sp modelId="{676BAA43-BB4F-44FD-8F7F-BAB3B4D8CE05}">
      <dsp:nvSpPr>
        <dsp:cNvPr id="0" name=""/>
        <dsp:cNvSpPr/>
      </dsp:nvSpPr>
      <dsp:spPr>
        <a:xfrm>
          <a:off x="3913" y="3649235"/>
          <a:ext cx="2118642" cy="72"/>
        </a:xfrm>
        <a:prstGeom prst="rect">
          <a:avLst/>
        </a:prstGeom>
        <a:solidFill>
          <a:srgbClr val="C0504D">
            <a:hueOff val="520169"/>
            <a:satOff val="-649"/>
            <a:lumOff val="153"/>
            <a:alphaOff val="0"/>
          </a:srgbClr>
        </a:solidFill>
        <a:ln w="25400" cap="flat" cmpd="sng" algn="ctr">
          <a:solidFill>
            <a:srgbClr val="C0504D">
              <a:hueOff val="520169"/>
              <a:satOff val="-649"/>
              <a:lumOff val="15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AA77D6-3105-4844-8CDB-FB625AF2EBD8}">
      <dsp:nvSpPr>
        <dsp:cNvPr id="0" name=""/>
        <dsp:cNvSpPr/>
      </dsp:nvSpPr>
      <dsp:spPr>
        <a:xfrm>
          <a:off x="2334419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2. Choose α</a:t>
          </a:r>
        </a:p>
      </dsp:txBody>
      <dsp:txXfrm>
        <a:off x="2334419" y="1810325"/>
        <a:ext cx="2118642" cy="1779659"/>
      </dsp:txXfrm>
    </dsp:sp>
    <dsp:sp modelId="{2B5F2ECC-A55D-4DAE-A8F2-B779FA86D71D}">
      <dsp:nvSpPr>
        <dsp:cNvPr id="0" name=""/>
        <dsp:cNvSpPr/>
      </dsp:nvSpPr>
      <dsp:spPr>
        <a:xfrm>
          <a:off x="2948825" y="979817"/>
          <a:ext cx="889829" cy="889829"/>
        </a:xfrm>
        <a:prstGeom prst="ellipse">
          <a:avLst/>
        </a:prstGeom>
        <a:solidFill>
          <a:srgbClr val="C0504D">
            <a:hueOff val="1040338"/>
            <a:satOff val="-1298"/>
            <a:lumOff val="305"/>
            <a:alphaOff val="0"/>
          </a:srgbClr>
        </a:solidFill>
        <a:ln w="25400" cap="flat" cmpd="sng" algn="ctr">
          <a:solidFill>
            <a:srgbClr val="C0504D">
              <a:hueOff val="1040338"/>
              <a:satOff val="-1298"/>
              <a:lumOff val="305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2</a:t>
          </a:r>
        </a:p>
      </dsp:txBody>
      <dsp:txXfrm>
        <a:off x="3079137" y="1110129"/>
        <a:ext cx="629205" cy="629205"/>
      </dsp:txXfrm>
    </dsp:sp>
    <dsp:sp modelId="{0F547E79-2523-4DB3-9C08-95DD27A51AC4}">
      <dsp:nvSpPr>
        <dsp:cNvPr id="0" name=""/>
        <dsp:cNvSpPr/>
      </dsp:nvSpPr>
      <dsp:spPr>
        <a:xfrm>
          <a:off x="2334419" y="3649235"/>
          <a:ext cx="2118642" cy="72"/>
        </a:xfrm>
        <a:prstGeom prst="rect">
          <a:avLst/>
        </a:prstGeom>
        <a:solidFill>
          <a:srgbClr val="C0504D">
            <a:hueOff val="1560506"/>
            <a:satOff val="-1946"/>
            <a:lumOff val="458"/>
            <a:alphaOff val="0"/>
          </a:srgbClr>
        </a:solidFill>
        <a:ln w="25400" cap="flat" cmpd="sng" algn="ctr">
          <a:solidFill>
            <a:srgbClr val="C0504D">
              <a:hueOff val="1560506"/>
              <a:satOff val="-1946"/>
              <a:lumOff val="458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3466D0-E506-4378-9B7F-301CCCA9AA58}">
      <dsp:nvSpPr>
        <dsp:cNvPr id="0" name=""/>
        <dsp:cNvSpPr/>
      </dsp:nvSpPr>
      <dsp:spPr>
        <a:xfrm>
          <a:off x="4664926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3. Select Test</a:t>
          </a:r>
        </a:p>
      </dsp:txBody>
      <dsp:txXfrm>
        <a:off x="4664926" y="1810325"/>
        <a:ext cx="2118642" cy="1779659"/>
      </dsp:txXfrm>
    </dsp:sp>
    <dsp:sp modelId="{D5BFD8C4-B0B0-4D99-8A71-1E878B2E3CA9}">
      <dsp:nvSpPr>
        <dsp:cNvPr id="0" name=""/>
        <dsp:cNvSpPr/>
      </dsp:nvSpPr>
      <dsp:spPr>
        <a:xfrm>
          <a:off x="5279332" y="979817"/>
          <a:ext cx="889829" cy="889829"/>
        </a:xfrm>
        <a:prstGeom prst="ellipse">
          <a:avLst/>
        </a:prstGeom>
        <a:solidFill>
          <a:srgbClr val="C0504D">
            <a:hueOff val="2080675"/>
            <a:satOff val="-2595"/>
            <a:lumOff val="610"/>
            <a:alphaOff val="0"/>
          </a:srgbClr>
        </a:solidFill>
        <a:ln w="25400" cap="flat" cmpd="sng" algn="ctr">
          <a:solidFill>
            <a:srgbClr val="C0504D">
              <a:hueOff val="2080675"/>
              <a:satOff val="-2595"/>
              <a:lumOff val="61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3</a:t>
          </a:r>
        </a:p>
      </dsp:txBody>
      <dsp:txXfrm>
        <a:off x="5409644" y="1110129"/>
        <a:ext cx="629205" cy="629205"/>
      </dsp:txXfrm>
    </dsp:sp>
    <dsp:sp modelId="{FBB7C4FD-8A9F-4AD2-82BE-0373CF9AA0DF}">
      <dsp:nvSpPr>
        <dsp:cNvPr id="0" name=""/>
        <dsp:cNvSpPr/>
      </dsp:nvSpPr>
      <dsp:spPr>
        <a:xfrm>
          <a:off x="4664926" y="3649235"/>
          <a:ext cx="2118642" cy="72"/>
        </a:xfrm>
        <a:prstGeom prst="rect">
          <a:avLst/>
        </a:prstGeom>
        <a:solidFill>
          <a:srgbClr val="C0504D">
            <a:hueOff val="2600844"/>
            <a:satOff val="-3244"/>
            <a:lumOff val="763"/>
            <a:alphaOff val="0"/>
          </a:srgbClr>
        </a:solidFill>
        <a:ln w="25400" cap="flat" cmpd="sng" algn="ctr">
          <a:solidFill>
            <a:srgbClr val="C0504D">
              <a:hueOff val="2600844"/>
              <a:satOff val="-3244"/>
              <a:lumOff val="76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B08170-2A51-4B84-8E36-316A2FB8E2A8}">
      <dsp:nvSpPr>
        <dsp:cNvPr id="0" name=""/>
        <dsp:cNvSpPr/>
      </dsp:nvSpPr>
      <dsp:spPr>
        <a:xfrm>
          <a:off x="6995432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4. Calculate Test Statistic</a:t>
          </a:r>
        </a:p>
      </dsp:txBody>
      <dsp:txXfrm>
        <a:off x="6995432" y="1810325"/>
        <a:ext cx="2118642" cy="1779659"/>
      </dsp:txXfrm>
    </dsp:sp>
    <dsp:sp modelId="{0349DC70-AA64-453F-AC82-88C5373EC56D}">
      <dsp:nvSpPr>
        <dsp:cNvPr id="0" name=""/>
        <dsp:cNvSpPr/>
      </dsp:nvSpPr>
      <dsp:spPr>
        <a:xfrm>
          <a:off x="7609839" y="979817"/>
          <a:ext cx="889829" cy="889829"/>
        </a:xfrm>
        <a:prstGeom prst="ellipse">
          <a:avLst/>
        </a:prstGeom>
        <a:solidFill>
          <a:srgbClr val="C0504D">
            <a:hueOff val="3121013"/>
            <a:satOff val="-3893"/>
            <a:lumOff val="915"/>
            <a:alphaOff val="0"/>
          </a:srgbClr>
        </a:solidFill>
        <a:ln w="25400" cap="flat" cmpd="sng" algn="ctr">
          <a:solidFill>
            <a:srgbClr val="C0504D">
              <a:hueOff val="3121013"/>
              <a:satOff val="-3893"/>
              <a:lumOff val="915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4</a:t>
          </a:r>
        </a:p>
      </dsp:txBody>
      <dsp:txXfrm>
        <a:off x="7740151" y="1110129"/>
        <a:ext cx="629205" cy="629205"/>
      </dsp:txXfrm>
    </dsp:sp>
    <dsp:sp modelId="{68014E59-C244-40B8-9FD9-89F7A544623F}">
      <dsp:nvSpPr>
        <dsp:cNvPr id="0" name=""/>
        <dsp:cNvSpPr/>
      </dsp:nvSpPr>
      <dsp:spPr>
        <a:xfrm>
          <a:off x="6995432" y="3649235"/>
          <a:ext cx="2118642" cy="72"/>
        </a:xfrm>
        <a:prstGeom prst="rect">
          <a:avLst/>
        </a:prstGeom>
        <a:solidFill>
          <a:srgbClr val="C0504D">
            <a:hueOff val="3641181"/>
            <a:satOff val="-4541"/>
            <a:lumOff val="1068"/>
            <a:alphaOff val="0"/>
          </a:srgbClr>
        </a:solidFill>
        <a:ln w="25400" cap="flat" cmpd="sng" algn="ctr">
          <a:solidFill>
            <a:srgbClr val="C0504D">
              <a:hueOff val="3641181"/>
              <a:satOff val="-4541"/>
              <a:lumOff val="1068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E6F7E5-197D-4AF7-A828-70AA8147B344}">
      <dsp:nvSpPr>
        <dsp:cNvPr id="0" name=""/>
        <dsp:cNvSpPr/>
      </dsp:nvSpPr>
      <dsp:spPr>
        <a:xfrm>
          <a:off x="9325939" y="683207"/>
          <a:ext cx="2118642" cy="2966099"/>
        </a:xfrm>
        <a:prstGeom prst="rect">
          <a:avLst/>
        </a:prstGeom>
        <a:solidFill>
          <a:srgbClr val="FFFF00">
            <a:alpha val="90000"/>
          </a:srgbClr>
        </a:solidFill>
        <a:ln w="25400" cap="flat" cmpd="sng" algn="ctr">
          <a:solidFill>
            <a:srgbClr val="C0504D">
              <a:tint val="40000"/>
              <a:alpha val="90000"/>
              <a:hueOff val="1256455"/>
              <a:satOff val="-1094"/>
              <a:lumOff val="-1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5. Make Decision</a:t>
          </a:r>
        </a:p>
      </dsp:txBody>
      <dsp:txXfrm>
        <a:off x="9325939" y="1810325"/>
        <a:ext cx="2118642" cy="1779659"/>
      </dsp:txXfrm>
    </dsp:sp>
    <dsp:sp modelId="{9B697E99-C80F-4754-858A-F159AEA84C88}">
      <dsp:nvSpPr>
        <dsp:cNvPr id="0" name=""/>
        <dsp:cNvSpPr/>
      </dsp:nvSpPr>
      <dsp:spPr>
        <a:xfrm>
          <a:off x="9940345" y="979817"/>
          <a:ext cx="889829" cy="889829"/>
        </a:xfrm>
        <a:prstGeom prst="ellipse">
          <a:avLst/>
        </a:prstGeom>
        <a:solidFill>
          <a:srgbClr val="C0504D">
            <a:hueOff val="4161350"/>
            <a:satOff val="-5190"/>
            <a:lumOff val="1220"/>
            <a:alphaOff val="0"/>
          </a:srgbClr>
        </a:solidFill>
        <a:ln w="25400" cap="flat" cmpd="sng" algn="ctr">
          <a:solidFill>
            <a:srgbClr val="C0504D">
              <a:hueOff val="4161350"/>
              <a:satOff val="-5190"/>
              <a:lumOff val="122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5</a:t>
          </a:r>
        </a:p>
      </dsp:txBody>
      <dsp:txXfrm>
        <a:off x="10070657" y="1110129"/>
        <a:ext cx="629205" cy="629205"/>
      </dsp:txXfrm>
    </dsp:sp>
    <dsp:sp modelId="{A196F8AA-22A8-4A31-94A4-0BFEDF4CB880}">
      <dsp:nvSpPr>
        <dsp:cNvPr id="0" name=""/>
        <dsp:cNvSpPr/>
      </dsp:nvSpPr>
      <dsp:spPr>
        <a:xfrm>
          <a:off x="9325939" y="3649235"/>
          <a:ext cx="2118642" cy="72"/>
        </a:xfrm>
        <a:prstGeom prst="rect">
          <a:avLst/>
        </a:prstGeom>
        <a:solidFill>
          <a:srgbClr val="C0504D">
            <a:hueOff val="4681519"/>
            <a:satOff val="-5839"/>
            <a:lumOff val="1373"/>
            <a:alphaOff val="0"/>
          </a:srgbClr>
        </a:solidFill>
        <a:ln w="25400" cap="flat" cmpd="sng" algn="ctr">
          <a:solidFill>
            <a:srgbClr val="C0504D">
              <a:hueOff val="4681519"/>
              <a:satOff val="-5839"/>
              <a:lumOff val="137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8CAB6-0A18-B12A-06A5-CFD0B0666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51E932-87D4-E4A3-5EC5-FD37D2ADB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61194-F8BE-C949-EFCA-00EE7F86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34BE2-760E-FA63-F53E-6EC6D65C1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19652-B072-95C3-666A-824B223F0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103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62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55807-6537-7A6D-A641-B2A17376E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B0403-42FF-1C59-1D5B-32C3D7622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86C83-3353-0411-EE9B-3502DB3E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F388B-76FB-C020-4F27-4E8F47369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13B55-0C9D-95FE-DE57-76D9CAC5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862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0200A-4353-C353-E184-88D52DAD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E2DB6-9BB8-38D4-16CA-0544ED95B0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55387-24D0-58FA-83A3-7DE9457A8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92733-6AE7-EB0F-FA3B-AF5CDFCC8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F2C6F-7464-367E-E3F8-97DC8C8F3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16EA2-7E56-7BA3-2439-E543C4160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239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5A9EF-5440-6E76-FF73-0CF065E3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46708-25E5-77F6-A964-227D0EE4C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0C22E3-5FB3-FA79-ED62-21819A6A0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96025A-E802-D170-D6B8-690A286BC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0B7203-20FE-415A-F923-11A30CAAC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7DA1C9-7D6A-71D0-70D9-9B0828718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FE8C4F-142A-8803-C2AD-C6393A49A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83C7CE-86E2-2A63-0ECE-6F7089A6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712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AE12F-6D65-52A0-48AA-B03A63F84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C2E755-9EA8-6439-9AA9-91FF3D91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EB468B-111F-CF06-6C38-3BC8CFF43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94801-333D-738E-07D1-D8DAF45C0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337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345271-495D-152E-CF4A-DF4710D8B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F704DD-032D-53A7-BFF6-45E5965DD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77178-4230-89A4-5872-75B349208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007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A69D6-24F8-42C9-1D77-EC8866907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D61D7-9867-D57B-393C-47C770AA6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ED94E2-1CFC-4DFF-4491-2085D8036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CD279-5116-5E15-60C5-9EF79DDB4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31C19-F77D-04E3-B033-CF6338C13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963EA-8864-E6BE-24F5-23AFDA15D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667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56FE6-775B-5F83-EEAB-E36547DB1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964366-F9DB-7570-8134-3DDD5A101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FF4E6-78FE-6A93-F107-25294F26C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A6E5D-D1B7-97B4-E5F0-293D2283C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0F263-4F04-05C5-5AB8-17B4BF436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888F2-58F4-670D-C34D-AD8FC7455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837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8A30-B913-89F3-B532-786CB42C2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D29D4D-DEE7-6A1D-B42E-38574A727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6FAF5-A696-3446-BF82-38164F6A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E94DE-54DD-A6A8-474C-AB93008EA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8F6DA-A2A6-C945-BF21-6706B5FA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727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308265-AD14-4580-CC74-9C4CF00E99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F309DA-5772-6FBD-97A3-F137B93F9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1C790-714C-45F7-D996-F901BECA5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76402-000D-C35B-9564-25F55D31A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67743-5BF8-DFC2-CBDC-EB27E011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585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B05E56-8D2F-5F2F-8551-44A2B095F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445D5-7E47-8624-9AC3-BB3BCD277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B5D27-2F61-7E25-7C4F-55CEB62622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E40CC-F5EF-5459-5DE6-51B24194D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77AFA-267B-483B-8828-7D5EC7CBF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19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vikashsinghy2k/frequently-asked-hypothesis-testing-questions-for-data-scientist-interviews-f4ef4a313a07" TargetMode="External"/><Relationship Id="rId2" Type="http://schemas.openxmlformats.org/officeDocument/2006/relationships/hyperlink" Target="https://medium.com/@vikashsinghy2k/introduction-to-hypothesis-testing-321cf4c9406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edium.com/@vikashsinghy2k/frequently-asked-hypothesis-testing-questions-for-data-scientist-interviews-part-3-bd524da113cf" TargetMode="External"/><Relationship Id="rId4" Type="http://schemas.openxmlformats.org/officeDocument/2006/relationships/hyperlink" Target="https://medium.com/@vikashsinghy2k/frequently-asked-hypothesis-testing-interview-questions-for-aspiring-data-scientists-part-2-eea00536f42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8A999DC-A153-1905-C7EE-7C969DA83FFE}"/>
              </a:ext>
            </a:extLst>
          </p:cNvPr>
          <p:cNvSpPr/>
          <p:nvPr/>
        </p:nvSpPr>
        <p:spPr>
          <a:xfrm>
            <a:off x="-419100" y="4152147"/>
            <a:ext cx="12705589" cy="4105276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C59026-22DA-C7EE-E8D5-0A960E14490B}"/>
              </a:ext>
            </a:extLst>
          </p:cNvPr>
          <p:cNvSpPr/>
          <p:nvPr/>
        </p:nvSpPr>
        <p:spPr>
          <a:xfrm>
            <a:off x="0" y="5429251"/>
            <a:ext cx="12192001" cy="865268"/>
          </a:xfrm>
          <a:prstGeom prst="rect">
            <a:avLst/>
          </a:prstGeom>
          <a:solidFill>
            <a:srgbClr val="C00000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FAFFA5-8138-FB30-6CEE-C907D53506F8}"/>
              </a:ext>
            </a:extLst>
          </p:cNvPr>
          <p:cNvSpPr txBox="1"/>
          <p:nvPr/>
        </p:nvSpPr>
        <p:spPr>
          <a:xfrm>
            <a:off x="1195137" y="5113697"/>
            <a:ext cx="9801726" cy="147732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endParaRPr lang="en-US" sz="3000" dirty="0">
              <a:solidFill>
                <a:schemeClr val="bg1"/>
              </a:solidFill>
              <a:latin typeface="Montserrat SemiBold" pitchFamily="2" charset="0"/>
            </a:endParaRPr>
          </a:p>
          <a:p>
            <a:pPr algn="ctr"/>
            <a:r>
              <a:rPr lang="en-US" sz="3000" dirty="0">
                <a:solidFill>
                  <a:schemeClr val="bg1"/>
                </a:solidFill>
                <a:latin typeface="Montserrat SemiBold" pitchFamily="2" charset="0"/>
              </a:rPr>
              <a:t>Hypothesis Formulation</a:t>
            </a:r>
          </a:p>
          <a:p>
            <a:pPr algn="ctr"/>
            <a:endParaRPr lang="en-US" sz="3000" dirty="0">
              <a:solidFill>
                <a:schemeClr val="bg1"/>
              </a:solidFill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95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E650A68-EA3A-2D91-1B47-FD55243C0DD5}"/>
              </a:ext>
            </a:extLst>
          </p:cNvPr>
          <p:cNvSpPr txBox="1">
            <a:spLocks/>
          </p:cNvSpPr>
          <p:nvPr/>
        </p:nvSpPr>
        <p:spPr>
          <a:xfrm>
            <a:off x="3606449" y="239070"/>
            <a:ext cx="69091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Learning Objectives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DD431F-D61B-40D1-6A24-AC95A22F2994}"/>
              </a:ext>
            </a:extLst>
          </p:cNvPr>
          <p:cNvSpPr txBox="1">
            <a:spLocks/>
          </p:cNvSpPr>
          <p:nvPr/>
        </p:nvSpPr>
        <p:spPr>
          <a:xfrm>
            <a:off x="864833" y="2134159"/>
            <a:ext cx="10249481" cy="571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latin typeface="Avenir Next LT Pro" panose="020B0504020202020204" pitchFamily="34" charset="0"/>
                <a:cs typeface="Arial" pitchFamily="34" charset="0"/>
              </a:rPr>
              <a:t>By the end of this session, you will be able to: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D794C51-198E-06FA-F301-1EA1ACD96C1A}"/>
              </a:ext>
            </a:extLst>
          </p:cNvPr>
          <p:cNvSpPr txBox="1">
            <a:spLocks/>
          </p:cNvSpPr>
          <p:nvPr/>
        </p:nvSpPr>
        <p:spPr>
          <a:xfrm>
            <a:off x="1001486" y="3048001"/>
            <a:ext cx="8229600" cy="276497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Basics of Hypothesis Testing</a:t>
            </a:r>
          </a:p>
          <a:p>
            <a:r>
              <a:rPr lang="en-US"/>
              <a:t>Steps of Hypothesis Testing</a:t>
            </a:r>
          </a:p>
          <a:p>
            <a:r>
              <a:rPr lang="en-US"/>
              <a:t>Formulate H₀ and H₁</a:t>
            </a:r>
          </a:p>
          <a:p>
            <a:r>
              <a:rPr lang="en-US"/>
              <a:t>Types of Error</a:t>
            </a:r>
          </a:p>
          <a:p>
            <a:r>
              <a:rPr lang="en-US"/>
              <a:t>Significance Level</a:t>
            </a:r>
          </a:p>
          <a:p>
            <a:r>
              <a:rPr lang="en-US"/>
              <a:t>Types of Statistical Tests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202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1F271-41DA-A538-EB88-50AE4905C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7361F3A-5E34-A607-B323-75C66E5F6978}"/>
              </a:ext>
            </a:extLst>
          </p:cNvPr>
          <p:cNvSpPr txBox="1">
            <a:spLocks/>
          </p:cNvSpPr>
          <p:nvPr/>
        </p:nvSpPr>
        <p:spPr>
          <a:xfrm>
            <a:off x="2275113" y="217297"/>
            <a:ext cx="86791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What is a Hypothesis and Hypothesis Testing?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27A51BC-1718-DC86-3F98-CD06FDFFA8FD}"/>
              </a:ext>
            </a:extLst>
          </p:cNvPr>
          <p:cNvSpPr txBox="1">
            <a:spLocks/>
          </p:cNvSpPr>
          <p:nvPr/>
        </p:nvSpPr>
        <p:spPr>
          <a:xfrm>
            <a:off x="313519" y="1166018"/>
            <a:ext cx="10765971" cy="452596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An assumption or educated guess about a population parameter.</a:t>
            </a:r>
          </a:p>
          <a:p>
            <a:r>
              <a:rPr lang="en-US"/>
              <a:t>Tested using sample data.</a:t>
            </a:r>
          </a:p>
          <a:p>
            <a:endParaRPr lang="en-US"/>
          </a:p>
          <a:p>
            <a:r>
              <a:rPr lang="en-US"/>
              <a:t>Hypothesis testing is like a detective game where you 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1. start with an assumption (a hypothesis);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2. then collect evidence (data) to decide whether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3. your assumption is likely to be true or not. </a:t>
            </a:r>
          </a:p>
          <a:p>
            <a:endParaRPr lang="en-US"/>
          </a:p>
          <a:p>
            <a:r>
              <a:rPr lang="en-US"/>
              <a:t>It’s a way of making decisions or inferences about a population based on a sample of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BC560-F87C-1527-EF66-E6CD394E452E}"/>
              </a:ext>
            </a:extLst>
          </p:cNvPr>
          <p:cNvSpPr txBox="1">
            <a:spLocks/>
          </p:cNvSpPr>
          <p:nvPr/>
        </p:nvSpPr>
        <p:spPr>
          <a:xfrm>
            <a:off x="3026229" y="217297"/>
            <a:ext cx="7928076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Steps in Hypothesis Testing</a:t>
            </a:r>
            <a:endParaRPr lang="en-US" sz="2800" b="1" dirty="0">
              <a:solidFill>
                <a:srgbClr val="D9212B"/>
              </a:solidFill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E13F9C83-C3C8-428D-1209-1FB7BDE19B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191825"/>
              </p:ext>
            </p:extLst>
          </p:nvPr>
        </p:nvGraphicFramePr>
        <p:xfrm>
          <a:off x="438705" y="1469571"/>
          <a:ext cx="11448495" cy="43325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2429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8C753-9842-2EC4-0BC8-2DAA95A19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B3820-C59F-0867-C81E-6FA117A5A68B}"/>
              </a:ext>
            </a:extLst>
          </p:cNvPr>
          <p:cNvSpPr txBox="1">
            <a:spLocks/>
          </p:cNvSpPr>
          <p:nvPr/>
        </p:nvSpPr>
        <p:spPr>
          <a:xfrm>
            <a:off x="2427513" y="217297"/>
            <a:ext cx="85267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Types of Hypotheses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9B061773-CAB5-7F0E-4EC2-DF54BAF60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7948215"/>
              </p:ext>
            </p:extLst>
          </p:nvPr>
        </p:nvGraphicFramePr>
        <p:xfrm>
          <a:off x="457200" y="1600200"/>
          <a:ext cx="11049000" cy="45611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6191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CA3F0-5D74-4967-F591-DED6512EB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F9DF817-5EFB-4410-0403-18667272212A}"/>
              </a:ext>
            </a:extLst>
          </p:cNvPr>
          <p:cNvSpPr txBox="1">
            <a:spLocks/>
          </p:cNvSpPr>
          <p:nvPr/>
        </p:nvSpPr>
        <p:spPr>
          <a:xfrm>
            <a:off x="3113313" y="217297"/>
            <a:ext cx="78409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Null and Alternate Hypothesis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6" name="Google Shape;142;p3">
            <a:extLst>
              <a:ext uri="{FF2B5EF4-FFF2-40B4-BE49-F238E27FC236}">
                <a16:creationId xmlns:a16="http://schemas.microsoft.com/office/drawing/2014/main" id="{94188699-EBD2-81C0-CE8C-8DA2713CA0D1}"/>
              </a:ext>
            </a:extLst>
          </p:cNvPr>
          <p:cNvSpPr txBox="1">
            <a:spLocks/>
          </p:cNvSpPr>
          <p:nvPr/>
        </p:nvSpPr>
        <p:spPr>
          <a:xfrm>
            <a:off x="1066799" y="1335988"/>
            <a:ext cx="10404929" cy="151150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6925" tIns="16925" rIns="16925" bIns="16925" rtlCol="0" anchor="t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318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</a:pPr>
            <a:r>
              <a:rPr lang="en-US" sz="2000" dirty="0"/>
              <a:t>Null Hypothesis:</a:t>
            </a:r>
            <a:endParaRPr lang="en-US" dirty="0"/>
          </a:p>
          <a:p>
            <a:pPr marL="914400" lvl="1" indent="-40640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 panose="020B0604020202020204" pitchFamily="34" charset="0"/>
              <a:buChar char="–"/>
            </a:pPr>
            <a:r>
              <a:rPr lang="en-US" sz="1800" dirty="0"/>
              <a:t>Hypothesis of no difference (Status Quo)</a:t>
            </a:r>
            <a:endParaRPr lang="en-US" dirty="0"/>
          </a:p>
          <a:p>
            <a:pPr marL="457200" indent="-4318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</a:pPr>
            <a:r>
              <a:rPr lang="en-US" sz="2000" dirty="0"/>
              <a:t>Alternate hypothesis:</a:t>
            </a:r>
            <a:endParaRPr lang="en-US" dirty="0"/>
          </a:p>
          <a:p>
            <a:pPr marL="914400" lvl="1" indent="-40640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 panose="020B0604020202020204" pitchFamily="34" charset="0"/>
              <a:buChar char="–"/>
            </a:pPr>
            <a:r>
              <a:rPr lang="en-US" sz="1800" dirty="0"/>
              <a:t>Mutually exclusive statement of Null hypothesis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0A1F97-B0CC-C7D6-158F-F9EEED350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339" y="3293724"/>
            <a:ext cx="10499390" cy="3016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482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6F39C-E992-1749-03D1-014F9B1EA2CE}"/>
              </a:ext>
            </a:extLst>
          </p:cNvPr>
          <p:cNvSpPr txBox="1">
            <a:spLocks/>
          </p:cNvSpPr>
          <p:nvPr/>
        </p:nvSpPr>
        <p:spPr>
          <a:xfrm>
            <a:off x="4005943" y="217297"/>
            <a:ext cx="694836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Examples 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31B20-11AB-AD2C-2BB3-E6C4DAAF1AFB}"/>
              </a:ext>
            </a:extLst>
          </p:cNvPr>
          <p:cNvSpPr txBox="1">
            <a:spLocks/>
          </p:cNvSpPr>
          <p:nvPr/>
        </p:nvSpPr>
        <p:spPr>
          <a:xfrm>
            <a:off x="438705" y="1284515"/>
            <a:ext cx="8229600" cy="192677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Problem: Is the new drug better?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✅ H₀: New drug = Old drug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✅ H₁: New drug ≠ Old drug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95B7935-83D4-C41D-A82D-FF1B93C3787E}"/>
              </a:ext>
            </a:extLst>
          </p:cNvPr>
          <p:cNvSpPr txBox="1">
            <a:spLocks/>
          </p:cNvSpPr>
          <p:nvPr/>
        </p:nvSpPr>
        <p:spPr>
          <a:xfrm>
            <a:off x="438705" y="3429000"/>
            <a:ext cx="8534400" cy="1687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Company claims average salary = ₹50,000/month.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✅ H₀: μ = 50,000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✅ H₁: μ ≠ 50,000</a:t>
            </a:r>
          </a:p>
        </p:txBody>
      </p:sp>
    </p:spTree>
    <p:extLst>
      <p:ext uri="{BB962C8B-B14F-4D97-AF65-F5344CB8AC3E}">
        <p14:creationId xmlns:p14="http://schemas.microsoft.com/office/powerpoint/2010/main" val="2731288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C35F719-9E6A-C4DB-55BF-2E2D3B7948D4}"/>
              </a:ext>
            </a:extLst>
          </p:cNvPr>
          <p:cNvSpPr txBox="1">
            <a:spLocks/>
          </p:cNvSpPr>
          <p:nvPr/>
        </p:nvSpPr>
        <p:spPr>
          <a:xfrm>
            <a:off x="4898571" y="217297"/>
            <a:ext cx="6055734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Examples 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Google Shape;174;p7">
            <a:extLst>
              <a:ext uri="{FF2B5EF4-FFF2-40B4-BE49-F238E27FC236}">
                <a16:creationId xmlns:a16="http://schemas.microsoft.com/office/drawing/2014/main" id="{D53C5AC6-D980-328F-5A55-0E265437DAEE}"/>
              </a:ext>
            </a:extLst>
          </p:cNvPr>
          <p:cNvSpPr txBox="1">
            <a:spLocks/>
          </p:cNvSpPr>
          <p:nvPr/>
        </p:nvSpPr>
        <p:spPr>
          <a:xfrm>
            <a:off x="622300" y="1160003"/>
            <a:ext cx="10947400" cy="27272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6925" tIns="16925" rIns="16925" bIns="16925" rtlCol="0" anchor="t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 indent="0" algn="just">
              <a:lnSpc>
                <a:spcPct val="100000"/>
              </a:lnSpc>
              <a:spcBef>
                <a:spcPts val="640"/>
              </a:spcBef>
              <a:buClr>
                <a:srgbClr val="2D3B45"/>
              </a:buClr>
              <a:buSzPts val="3200"/>
              <a:buNone/>
            </a:pPr>
            <a:r>
              <a:rPr lang="en-US" sz="2000" dirty="0">
                <a:solidFill>
                  <a:srgbClr val="2D3B45"/>
                </a:solidFill>
                <a:latin typeface="Lato"/>
                <a:ea typeface="Lato"/>
                <a:cs typeface="Lato"/>
                <a:sym typeface="Lato"/>
              </a:rPr>
              <a:t>Construct the null and alternative hypothesis for the following situation: </a:t>
            </a:r>
          </a:p>
          <a:p>
            <a:pPr marL="25400" indent="0" algn="just">
              <a:lnSpc>
                <a:spcPct val="100000"/>
              </a:lnSpc>
              <a:spcBef>
                <a:spcPts val="640"/>
              </a:spcBef>
              <a:buClr>
                <a:srgbClr val="2D3B45"/>
              </a:buClr>
              <a:buSzPts val="3200"/>
              <a:buNone/>
            </a:pPr>
            <a:endParaRPr lang="en-US" sz="2000" dirty="0">
              <a:solidFill>
                <a:srgbClr val="2D3B45"/>
              </a:solidFill>
              <a:latin typeface="Lato"/>
              <a:ea typeface="Lato"/>
              <a:cs typeface="Lato"/>
              <a:sym typeface="Lato"/>
            </a:endParaRPr>
          </a:p>
          <a:p>
            <a:pPr marL="25400" indent="0" algn="just">
              <a:lnSpc>
                <a:spcPct val="100000"/>
              </a:lnSpc>
              <a:spcBef>
                <a:spcPts val="640"/>
              </a:spcBef>
              <a:buClr>
                <a:srgbClr val="2D3B45"/>
              </a:buClr>
              <a:buSzPts val="3200"/>
              <a:buNone/>
            </a:pPr>
            <a:r>
              <a:rPr lang="en-US" sz="2000" dirty="0">
                <a:solidFill>
                  <a:srgbClr val="2D3B45"/>
                </a:solidFill>
                <a:latin typeface="Lato"/>
                <a:ea typeface="Lato"/>
                <a:cs typeface="Lato"/>
                <a:sym typeface="Lato"/>
              </a:rPr>
              <a:t>Your mobile bill per month is INR 600 per month with a standard deviation of INR 50. </a:t>
            </a:r>
          </a:p>
          <a:p>
            <a:pPr marL="25400" indent="0" algn="just">
              <a:lnSpc>
                <a:spcPct val="100000"/>
              </a:lnSpc>
              <a:spcBef>
                <a:spcPts val="640"/>
              </a:spcBef>
              <a:buClr>
                <a:srgbClr val="2D3B45"/>
              </a:buClr>
              <a:buSzPts val="3200"/>
              <a:buNone/>
            </a:pPr>
            <a:endParaRPr lang="en-US" sz="2000" dirty="0">
              <a:solidFill>
                <a:srgbClr val="2D3B45"/>
              </a:solidFill>
              <a:latin typeface="Lato"/>
              <a:ea typeface="Lato"/>
              <a:cs typeface="Lato"/>
              <a:sym typeface="Lato"/>
            </a:endParaRPr>
          </a:p>
          <a:p>
            <a:pPr marL="25400" indent="0" algn="just">
              <a:lnSpc>
                <a:spcPct val="100000"/>
              </a:lnSpc>
              <a:spcBef>
                <a:spcPts val="640"/>
              </a:spcBef>
              <a:buClr>
                <a:srgbClr val="2D3B45"/>
              </a:buClr>
              <a:buSzPts val="3200"/>
              <a:buNone/>
            </a:pPr>
            <a:r>
              <a:rPr lang="en-US" sz="2000" dirty="0">
                <a:solidFill>
                  <a:srgbClr val="2D3B45"/>
                </a:solidFill>
                <a:latin typeface="Lato"/>
                <a:ea typeface="Lato"/>
                <a:cs typeface="Lato"/>
                <a:sym typeface="Lato"/>
              </a:rPr>
              <a:t>This month you received a bill of INR 750. </a:t>
            </a:r>
          </a:p>
          <a:p>
            <a:pPr marL="25400" indent="0" algn="just">
              <a:lnSpc>
                <a:spcPct val="100000"/>
              </a:lnSpc>
              <a:spcBef>
                <a:spcPts val="640"/>
              </a:spcBef>
              <a:buClr>
                <a:srgbClr val="2D3B45"/>
              </a:buClr>
              <a:buSzPts val="3200"/>
              <a:buNone/>
            </a:pPr>
            <a:endParaRPr lang="en-US" sz="2000" dirty="0">
              <a:solidFill>
                <a:srgbClr val="2D3B45"/>
              </a:solidFill>
              <a:latin typeface="Lato"/>
              <a:ea typeface="Lato"/>
              <a:cs typeface="Lato"/>
              <a:sym typeface="Lato"/>
            </a:endParaRPr>
          </a:p>
          <a:p>
            <a:pPr marL="25400" indent="0" algn="just">
              <a:lnSpc>
                <a:spcPct val="100000"/>
              </a:lnSpc>
              <a:spcBef>
                <a:spcPts val="640"/>
              </a:spcBef>
              <a:buClr>
                <a:srgbClr val="2D3B45"/>
              </a:buClr>
              <a:buSzPts val="3200"/>
              <a:buNone/>
            </a:pPr>
            <a:r>
              <a:rPr lang="en-US" sz="2000" dirty="0">
                <a:solidFill>
                  <a:srgbClr val="2D3B45"/>
                </a:solidFill>
                <a:latin typeface="Lato"/>
                <a:ea typeface="Lato"/>
                <a:cs typeface="Lato"/>
                <a:sym typeface="Lato"/>
              </a:rPr>
              <a:t>You feel that the bill was high and you want to investigate if there is any reason for concern.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90909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D7446-6D70-7007-012D-ED3C51609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EC18AA7-6B1C-ADA9-7868-0C20C73DC557}"/>
              </a:ext>
            </a:extLst>
          </p:cNvPr>
          <p:cNvSpPr txBox="1">
            <a:spLocks/>
          </p:cNvSpPr>
          <p:nvPr/>
        </p:nvSpPr>
        <p:spPr>
          <a:xfrm>
            <a:off x="4898571" y="217297"/>
            <a:ext cx="6055734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Examples 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Google Shape;174;p7">
            <a:extLst>
              <a:ext uri="{FF2B5EF4-FFF2-40B4-BE49-F238E27FC236}">
                <a16:creationId xmlns:a16="http://schemas.microsoft.com/office/drawing/2014/main" id="{22FEB8AA-72F9-0BC2-644B-F196CA768E34}"/>
              </a:ext>
            </a:extLst>
          </p:cNvPr>
          <p:cNvSpPr txBox="1">
            <a:spLocks/>
          </p:cNvSpPr>
          <p:nvPr/>
        </p:nvSpPr>
        <p:spPr>
          <a:xfrm>
            <a:off x="622300" y="1160003"/>
            <a:ext cx="10947400" cy="27272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6925" tIns="16925" rIns="16925" bIns="16925" rtlCol="0" anchor="t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 indent="0" algn="just">
              <a:lnSpc>
                <a:spcPct val="100000"/>
              </a:lnSpc>
              <a:spcBef>
                <a:spcPts val="640"/>
              </a:spcBef>
              <a:buClr>
                <a:srgbClr val="2D3B45"/>
              </a:buClr>
              <a:buSzPts val="3200"/>
              <a:buNone/>
            </a:pPr>
            <a:r>
              <a:rPr lang="en-US" sz="2000" dirty="0">
                <a:solidFill>
                  <a:srgbClr val="2D3B45"/>
                </a:solidFill>
                <a:latin typeface="Lato"/>
                <a:ea typeface="Lato"/>
                <a:cs typeface="Lato"/>
                <a:sym typeface="Lato"/>
              </a:rPr>
              <a:t>Construct the null and alternative hypothesis for the following situation: </a:t>
            </a:r>
          </a:p>
          <a:p>
            <a:pPr marL="25400" indent="0" algn="just">
              <a:lnSpc>
                <a:spcPct val="100000"/>
              </a:lnSpc>
              <a:spcBef>
                <a:spcPts val="640"/>
              </a:spcBef>
              <a:buClr>
                <a:srgbClr val="2D3B45"/>
              </a:buClr>
              <a:buSzPts val="3200"/>
              <a:buNone/>
            </a:pPr>
            <a:endParaRPr lang="en-US" sz="2000" dirty="0">
              <a:solidFill>
                <a:srgbClr val="2D3B45"/>
              </a:solidFill>
              <a:latin typeface="Lato"/>
              <a:ea typeface="Lato"/>
              <a:cs typeface="Lato"/>
              <a:sym typeface="Lato"/>
            </a:endParaRPr>
          </a:p>
          <a:p>
            <a:pPr marL="25400" indent="0" algn="just">
              <a:lnSpc>
                <a:spcPct val="100000"/>
              </a:lnSpc>
              <a:spcBef>
                <a:spcPts val="640"/>
              </a:spcBef>
              <a:buClr>
                <a:srgbClr val="2D3B45"/>
              </a:buClr>
              <a:buSzPts val="3200"/>
              <a:buNone/>
            </a:pPr>
            <a:r>
              <a:rPr lang="en-US" sz="2000" dirty="0">
                <a:solidFill>
                  <a:srgbClr val="2D3B45"/>
                </a:solidFill>
                <a:latin typeface="Lato"/>
                <a:ea typeface="Lato"/>
                <a:cs typeface="Lato"/>
                <a:sym typeface="Lato"/>
              </a:rPr>
              <a:t>Your mobile bill per month is INR 600 per month with a standard deviation of INR 50. </a:t>
            </a:r>
          </a:p>
          <a:p>
            <a:pPr marL="25400" indent="0" algn="just">
              <a:lnSpc>
                <a:spcPct val="100000"/>
              </a:lnSpc>
              <a:spcBef>
                <a:spcPts val="640"/>
              </a:spcBef>
              <a:buClr>
                <a:srgbClr val="2D3B45"/>
              </a:buClr>
              <a:buSzPts val="3200"/>
              <a:buNone/>
            </a:pPr>
            <a:endParaRPr lang="en-US" sz="2000" dirty="0">
              <a:solidFill>
                <a:srgbClr val="2D3B45"/>
              </a:solidFill>
              <a:latin typeface="Lato"/>
              <a:ea typeface="Lato"/>
              <a:cs typeface="Lato"/>
              <a:sym typeface="Lato"/>
            </a:endParaRPr>
          </a:p>
          <a:p>
            <a:pPr marL="25400" indent="0" algn="just">
              <a:lnSpc>
                <a:spcPct val="100000"/>
              </a:lnSpc>
              <a:spcBef>
                <a:spcPts val="640"/>
              </a:spcBef>
              <a:buClr>
                <a:srgbClr val="2D3B45"/>
              </a:buClr>
              <a:buSzPts val="3200"/>
              <a:buNone/>
            </a:pPr>
            <a:r>
              <a:rPr lang="en-US" sz="2000" dirty="0">
                <a:solidFill>
                  <a:srgbClr val="2D3B45"/>
                </a:solidFill>
                <a:latin typeface="Lato"/>
                <a:ea typeface="Lato"/>
                <a:cs typeface="Lato"/>
                <a:sym typeface="Lato"/>
              </a:rPr>
              <a:t>This month you received a bill of INR 750. </a:t>
            </a:r>
          </a:p>
          <a:p>
            <a:pPr marL="25400" indent="0" algn="just">
              <a:lnSpc>
                <a:spcPct val="100000"/>
              </a:lnSpc>
              <a:spcBef>
                <a:spcPts val="640"/>
              </a:spcBef>
              <a:buClr>
                <a:srgbClr val="2D3B45"/>
              </a:buClr>
              <a:buSzPts val="3200"/>
              <a:buNone/>
            </a:pPr>
            <a:endParaRPr lang="en-US" sz="2000" dirty="0">
              <a:solidFill>
                <a:srgbClr val="2D3B45"/>
              </a:solidFill>
              <a:latin typeface="Lato"/>
              <a:ea typeface="Lato"/>
              <a:cs typeface="Lato"/>
              <a:sym typeface="Lato"/>
            </a:endParaRPr>
          </a:p>
          <a:p>
            <a:pPr marL="25400" indent="0" algn="just">
              <a:lnSpc>
                <a:spcPct val="100000"/>
              </a:lnSpc>
              <a:spcBef>
                <a:spcPts val="640"/>
              </a:spcBef>
              <a:buClr>
                <a:srgbClr val="2D3B45"/>
              </a:buClr>
              <a:buSzPts val="3200"/>
              <a:buNone/>
            </a:pPr>
            <a:r>
              <a:rPr lang="en-US" sz="2000" dirty="0">
                <a:solidFill>
                  <a:srgbClr val="2D3B45"/>
                </a:solidFill>
                <a:latin typeface="Lato"/>
                <a:ea typeface="Lato"/>
                <a:cs typeface="Lato"/>
                <a:sym typeface="Lato"/>
              </a:rPr>
              <a:t>You feel that the bill was high and you want to investigate if there is any reason for concern.</a:t>
            </a:r>
            <a:endParaRPr lang="en-US" sz="2000" dirty="0"/>
          </a:p>
        </p:txBody>
      </p:sp>
      <p:sp>
        <p:nvSpPr>
          <p:cNvPr id="2" name="Google Shape;175;p7">
            <a:extLst>
              <a:ext uri="{FF2B5EF4-FFF2-40B4-BE49-F238E27FC236}">
                <a16:creationId xmlns:a16="http://schemas.microsoft.com/office/drawing/2014/main" id="{85F6AF2D-5DDA-9F60-61D3-2998B8D1D380}"/>
              </a:ext>
            </a:extLst>
          </p:cNvPr>
          <p:cNvSpPr txBox="1"/>
          <p:nvPr/>
        </p:nvSpPr>
        <p:spPr>
          <a:xfrm>
            <a:off x="3819072" y="4141236"/>
            <a:ext cx="2654300" cy="430887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l="-2391" t="-2777" r="-2390" b="-3610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" name="Google Shape;176;p7">
            <a:extLst>
              <a:ext uri="{FF2B5EF4-FFF2-40B4-BE49-F238E27FC236}">
                <a16:creationId xmlns:a16="http://schemas.microsoft.com/office/drawing/2014/main" id="{21AA67B7-E16F-8BCA-2289-C222BD477F9C}"/>
              </a:ext>
            </a:extLst>
          </p:cNvPr>
          <p:cNvSpPr txBox="1"/>
          <p:nvPr/>
        </p:nvSpPr>
        <p:spPr>
          <a:xfrm>
            <a:off x="3819072" y="4731355"/>
            <a:ext cx="2645542" cy="430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2390" t="-5713" r="-1912" b="-39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67639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BA05C-CB94-C370-AA32-5CDBC3681EA4}"/>
              </a:ext>
            </a:extLst>
          </p:cNvPr>
          <p:cNvSpPr txBox="1">
            <a:spLocks/>
          </p:cNvSpPr>
          <p:nvPr/>
        </p:nvSpPr>
        <p:spPr>
          <a:xfrm>
            <a:off x="3548743" y="217297"/>
            <a:ext cx="740556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Steps in Hypothesis Testing</a:t>
            </a:r>
            <a:endParaRPr lang="en-US" sz="2800" b="1" dirty="0">
              <a:solidFill>
                <a:srgbClr val="D9212B"/>
              </a:solidFill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EF6A73A2-1FE6-E968-DE07-6BD815BDDC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5939285"/>
              </p:ext>
            </p:extLst>
          </p:nvPr>
        </p:nvGraphicFramePr>
        <p:xfrm>
          <a:off x="438705" y="1469571"/>
          <a:ext cx="11448495" cy="43325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8475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AF66B73-C009-D2C1-7766-7BC4E6D2F5BB}"/>
              </a:ext>
            </a:extLst>
          </p:cNvPr>
          <p:cNvSpPr txBox="1">
            <a:spLocks/>
          </p:cNvSpPr>
          <p:nvPr/>
        </p:nvSpPr>
        <p:spPr>
          <a:xfrm>
            <a:off x="2471057" y="217297"/>
            <a:ext cx="8483248" cy="6886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Significance level – Type 1 and Type 2 Error</a:t>
            </a:r>
          </a:p>
        </p:txBody>
      </p:sp>
      <p:pic>
        <p:nvPicPr>
          <p:cNvPr id="4" name="Picture 2" descr="What is Type 1 Error Vs Type 2 Error statistics ? | Type 1 and Type 2 error  in hypothesis testing - YouTube">
            <a:extLst>
              <a:ext uri="{FF2B5EF4-FFF2-40B4-BE49-F238E27FC236}">
                <a16:creationId xmlns:a16="http://schemas.microsoft.com/office/drawing/2014/main" id="{4879999C-B1F0-23E1-A531-7917AD903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057" y="1037494"/>
            <a:ext cx="8795657" cy="4947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5790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0538-72A2-84CC-C024-FBBF8EEB7A79}"/>
              </a:ext>
            </a:extLst>
          </p:cNvPr>
          <p:cNvSpPr txBox="1">
            <a:spLocks/>
          </p:cNvSpPr>
          <p:nvPr/>
        </p:nvSpPr>
        <p:spPr>
          <a:xfrm>
            <a:off x="2764971" y="217297"/>
            <a:ext cx="8189334" cy="6886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Significance level – Type 1 and Type 2 Error</a:t>
            </a:r>
          </a:p>
        </p:txBody>
      </p:sp>
      <p:pic>
        <p:nvPicPr>
          <p:cNvPr id="3" name="Picture 2" descr="What is Type 1 Error Vs Type 2 Error statistics ? | Type 1 and Type 2 error  in hypothesis testing - YouTube">
            <a:extLst>
              <a:ext uri="{FF2B5EF4-FFF2-40B4-BE49-F238E27FC236}">
                <a16:creationId xmlns:a16="http://schemas.microsoft.com/office/drawing/2014/main" id="{755060CD-F09F-BA13-A0A5-A28362F75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570" y="1285619"/>
            <a:ext cx="6633456" cy="3731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768BB300-8554-6F5D-2C63-ACE76C898FC9}"/>
              </a:ext>
            </a:extLst>
          </p:cNvPr>
          <p:cNvSpPr txBox="1">
            <a:spLocks/>
          </p:cNvSpPr>
          <p:nvPr/>
        </p:nvSpPr>
        <p:spPr>
          <a:xfrm>
            <a:off x="7349715" y="1843932"/>
            <a:ext cx="4626694" cy="2949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 indent="0">
              <a:buFont typeface="Arial" panose="020B0604020202020204" pitchFamily="34" charset="0"/>
              <a:buNone/>
            </a:pPr>
            <a:r>
              <a:rPr lang="en-US" sz="3600" dirty="0"/>
              <a:t>Level of significance (alpha) is the probability of rejecting the null hypothesis when it is true.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527372-D211-25B3-6CEC-2F4BF4620DFB}"/>
              </a:ext>
            </a:extLst>
          </p:cNvPr>
          <p:cNvSpPr txBox="1"/>
          <p:nvPr/>
        </p:nvSpPr>
        <p:spPr>
          <a:xfrm>
            <a:off x="7511713" y="4702605"/>
            <a:ext cx="3717655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α =0.01 or 1%</a:t>
            </a:r>
            <a:r>
              <a:rPr lang="en-IN" sz="2400" dirty="0">
                <a:effectLst/>
              </a:rPr>
              <a:t> </a:t>
            </a:r>
          </a:p>
          <a:p>
            <a:r>
              <a:rPr lang="en-IN" sz="32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α =0.05</a:t>
            </a:r>
            <a:r>
              <a:rPr lang="en-IN" sz="3200" dirty="0">
                <a:solidFill>
                  <a:srgbClr val="0070C0"/>
                </a:solidFill>
                <a:effectLst/>
              </a:rPr>
              <a:t> or 5%</a:t>
            </a:r>
            <a:endParaRPr lang="en-US" sz="3200" dirty="0">
              <a:solidFill>
                <a:srgbClr val="0070C0"/>
              </a:solidFill>
            </a:endParaRPr>
          </a:p>
          <a:p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α =0.10 or 10%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84769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CAB34-3C51-63D0-D104-2376DF121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406A93D-34CF-5E24-4A61-871BB69095FC}"/>
              </a:ext>
            </a:extLst>
          </p:cNvPr>
          <p:cNvSpPr txBox="1">
            <a:spLocks/>
          </p:cNvSpPr>
          <p:nvPr/>
        </p:nvSpPr>
        <p:spPr>
          <a:xfrm>
            <a:off x="3145971" y="217297"/>
            <a:ext cx="7808334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Steps in Hypothesis Testing</a:t>
            </a:r>
            <a:endParaRPr lang="en-US" sz="2800" b="1" dirty="0">
              <a:solidFill>
                <a:srgbClr val="D9212B"/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2CEB6C3-C3B7-488B-5D5C-ED4C9A6515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0638953"/>
              </p:ext>
            </p:extLst>
          </p:nvPr>
        </p:nvGraphicFramePr>
        <p:xfrm>
          <a:off x="438705" y="1469571"/>
          <a:ext cx="11448495" cy="43325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2196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E0AAA-D3A5-92BE-F8A5-F26350103E97}"/>
              </a:ext>
            </a:extLst>
          </p:cNvPr>
          <p:cNvSpPr txBox="1">
            <a:spLocks/>
          </p:cNvSpPr>
          <p:nvPr/>
        </p:nvSpPr>
        <p:spPr>
          <a:xfrm>
            <a:off x="4071257" y="217297"/>
            <a:ext cx="6883048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Types of Tests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11332E-5088-AAB9-DEAC-A4D16D3D6F0F}"/>
              </a:ext>
            </a:extLst>
          </p:cNvPr>
          <p:cNvSpPr txBox="1"/>
          <p:nvPr/>
        </p:nvSpPr>
        <p:spPr>
          <a:xfrm>
            <a:off x="365846" y="1490008"/>
            <a:ext cx="1146030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A </a:t>
            </a:r>
            <a:r>
              <a:rPr lang="en-US" sz="2400" b="1" i="0" dirty="0">
                <a:solidFill>
                  <a:srgbClr val="242424"/>
                </a:solidFill>
                <a:effectLst/>
                <a:latin typeface="source-serif-pro"/>
              </a:rPr>
              <a:t>one-tail test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 tests for the possibility of the relationship in one direction, either greater than or less than a certain value. </a:t>
            </a:r>
            <a:r>
              <a:rPr lang="en-US" sz="2400" b="1" i="0" dirty="0">
                <a:solidFill>
                  <a:srgbClr val="242424"/>
                </a:solidFill>
                <a:effectLst/>
                <a:highlight>
                  <a:srgbClr val="FFFF00"/>
                </a:highlight>
                <a:latin typeface="source-serif-pro"/>
              </a:rPr>
              <a:t>Directional (&gt; or &lt;)</a:t>
            </a:r>
          </a:p>
          <a:p>
            <a:pPr algn="l"/>
            <a:endParaRPr lang="en-US" sz="2400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/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A </a:t>
            </a:r>
            <a:r>
              <a:rPr lang="en-US" sz="2400" b="1" i="0" dirty="0">
                <a:solidFill>
                  <a:srgbClr val="242424"/>
                </a:solidFill>
                <a:effectLst/>
                <a:latin typeface="source-serif-pro"/>
              </a:rPr>
              <a:t>two-tail test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 tests for the possibility of the relationship in both directions, whether it’s significantly greater or less than a certain value. </a:t>
            </a:r>
            <a:r>
              <a:rPr lang="en-US" sz="2400" b="1" i="0" dirty="0">
                <a:solidFill>
                  <a:srgbClr val="242424"/>
                </a:solidFill>
                <a:effectLst/>
                <a:highlight>
                  <a:srgbClr val="FFFF00"/>
                </a:highlight>
                <a:latin typeface="source-serif-pro"/>
              </a:rPr>
              <a:t>Non-directional (≠)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693800-331A-99BE-9930-43AB3085C4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567058"/>
              </p:ext>
            </p:extLst>
          </p:nvPr>
        </p:nvGraphicFramePr>
        <p:xfrm>
          <a:off x="219075" y="3684424"/>
          <a:ext cx="11460307" cy="1683568"/>
        </p:xfrm>
        <a:graphic>
          <a:graphicData uri="http://schemas.openxmlformats.org/drawingml/2006/table">
            <a:tbl>
              <a:tblPr firstRow="1" bandRow="1"/>
              <a:tblGrid>
                <a:gridCol w="3952180">
                  <a:extLst>
                    <a:ext uri="{9D8B030D-6E8A-4147-A177-3AD203B41FA5}">
                      <a16:colId xmlns:a16="http://schemas.microsoft.com/office/drawing/2014/main" val="2995669385"/>
                    </a:ext>
                  </a:extLst>
                </a:gridCol>
                <a:gridCol w="3972500">
                  <a:extLst>
                    <a:ext uri="{9D8B030D-6E8A-4147-A177-3AD203B41FA5}">
                      <a16:colId xmlns:a16="http://schemas.microsoft.com/office/drawing/2014/main" val="2530895431"/>
                    </a:ext>
                  </a:extLst>
                </a:gridCol>
                <a:gridCol w="3535627">
                  <a:extLst>
                    <a:ext uri="{9D8B030D-6E8A-4147-A177-3AD203B41FA5}">
                      <a16:colId xmlns:a16="http://schemas.microsoft.com/office/drawing/2014/main" val="2969213876"/>
                    </a:ext>
                  </a:extLst>
                </a:gridCol>
              </a:tblGrid>
              <a:tr h="6079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IN" sz="2000" dirty="0"/>
                        <a:t>Two tail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2B3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Left tail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2B3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IN" sz="2000" dirty="0"/>
                        <a:t>Right tail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2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520986"/>
                  </a:ext>
                </a:extLst>
              </a:tr>
              <a:tr h="10756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IN" sz="2000" dirty="0"/>
                        <a:t>H0: Mean=10</a:t>
                      </a:r>
                    </a:p>
                    <a:p>
                      <a:pPr algn="ctr"/>
                      <a:r>
                        <a:rPr lang="en-IN" sz="2000" dirty="0"/>
                        <a:t>Ha: Mean</a:t>
                      </a:r>
                      <a:r>
                        <a:rPr lang="en-IN" sz="2000" b="0" kern="1200" dirty="0">
                          <a:solidFill>
                            <a:schemeClr val="dk1"/>
                          </a:solidFill>
                          <a:effectLst/>
                        </a:rPr>
                        <a:t>≠</a:t>
                      </a:r>
                      <a:r>
                        <a:rPr lang="en-IN" sz="2000" dirty="0"/>
                        <a:t>10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IN" sz="2000" dirty="0"/>
                        <a:t>H0: Mean ≥ 10</a:t>
                      </a:r>
                    </a:p>
                    <a:p>
                      <a:pPr algn="ctr"/>
                      <a:r>
                        <a:rPr lang="en-IN" sz="2000" dirty="0"/>
                        <a:t>Ha: Mean </a:t>
                      </a:r>
                      <a:r>
                        <a:rPr lang="en-IN" sz="2000" b="0" kern="1200" dirty="0">
                          <a:solidFill>
                            <a:schemeClr val="dk1"/>
                          </a:solidFill>
                          <a:effectLst/>
                        </a:rPr>
                        <a:t>&lt; </a:t>
                      </a:r>
                      <a:r>
                        <a:rPr lang="en-IN" sz="2000" dirty="0"/>
                        <a:t>10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IN" sz="2000" dirty="0"/>
                        <a:t>H0: </a:t>
                      </a: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Mean ≤ 10</a:t>
                      </a:r>
                    </a:p>
                    <a:p>
                      <a:pPr algn="ctr"/>
                      <a:r>
                        <a:rPr lang="en-IN" sz="2000" dirty="0"/>
                        <a:t>Ha: Mean </a:t>
                      </a:r>
                      <a:r>
                        <a:rPr lang="en-IN" sz="2000" b="0" kern="1200" dirty="0">
                          <a:solidFill>
                            <a:schemeClr val="dk1"/>
                          </a:solidFill>
                          <a:effectLst/>
                        </a:rPr>
                        <a:t>&gt;</a:t>
                      </a:r>
                      <a:r>
                        <a:rPr lang="en-IN" sz="2000" dirty="0"/>
                        <a:t>10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7627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1562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60808-5349-5F51-787F-96F0B403F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A5D15-058C-5124-1A96-0EE23B169C25}"/>
              </a:ext>
            </a:extLst>
          </p:cNvPr>
          <p:cNvSpPr txBox="1">
            <a:spLocks/>
          </p:cNvSpPr>
          <p:nvPr/>
        </p:nvSpPr>
        <p:spPr>
          <a:xfrm>
            <a:off x="3178629" y="217297"/>
            <a:ext cx="7775676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Steps in Hypothesis Testing</a:t>
            </a:r>
            <a:endParaRPr lang="en-US" sz="2800" b="1" dirty="0">
              <a:solidFill>
                <a:srgbClr val="D9212B"/>
              </a:solidFill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4B5DB6D1-BB6D-BA85-1305-D99F2C2A6A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717194"/>
              </p:ext>
            </p:extLst>
          </p:nvPr>
        </p:nvGraphicFramePr>
        <p:xfrm>
          <a:off x="438705" y="1469571"/>
          <a:ext cx="11448495" cy="43325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8768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9F5CC-7C78-2830-995A-742570655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026631A-FC7E-9C90-DC63-1DCEB6108E67}"/>
              </a:ext>
            </a:extLst>
          </p:cNvPr>
          <p:cNvSpPr txBox="1">
            <a:spLocks/>
          </p:cNvSpPr>
          <p:nvPr/>
        </p:nvSpPr>
        <p:spPr>
          <a:xfrm>
            <a:off x="4408713" y="217297"/>
            <a:ext cx="65455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Test Statistic</a:t>
            </a:r>
            <a:endParaRPr lang="en-US" sz="2800" b="1" dirty="0">
              <a:solidFill>
                <a:srgbClr val="D9212B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74;p43">
                <a:extLst>
                  <a:ext uri="{FF2B5EF4-FFF2-40B4-BE49-F238E27FC236}">
                    <a16:creationId xmlns:a16="http://schemas.microsoft.com/office/drawing/2014/main" id="{A78630C0-45D3-63EC-453B-9C2B87A878EC}"/>
                  </a:ext>
                </a:extLst>
              </p:cNvPr>
              <p:cNvSpPr txBox="1"/>
              <p:nvPr/>
            </p:nvSpPr>
            <p:spPr>
              <a:xfrm>
                <a:off x="654042" y="4772149"/>
                <a:ext cx="11113415" cy="1040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6925" tIns="16925" rIns="16925" bIns="16925" anchor="t" anchorCtr="0">
                <a:noAutofit/>
              </a:bodyPr>
              <a:lstStyle/>
              <a:p>
                <a:pPr algn="just"/>
                <a:r>
                  <a:rPr lang="en-IN" sz="3600" b="1" dirty="0">
                    <a:effectLst/>
                    <a:ea typeface="Times New Roman" panose="02020603050405020304" pitchFamily="18" charset="0"/>
                  </a:rPr>
                  <a:t>Test statistics</a:t>
                </a:r>
                <a14:m>
                  <m:oMath xmlns:m="http://schemas.openxmlformats.org/officeDocument/2006/math">
                    <m:r>
                      <a:rPr lang="en-IN" sz="3600" b="1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36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36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𝑺𝒂𝒎𝒑𝒍𝒆</m:t>
                        </m:r>
                        <m:r>
                          <a:rPr lang="en-US" sz="36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</m:t>
                        </m:r>
                        <m:r>
                          <a:rPr lang="en-US" sz="36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𝒔𝒕𝒂𝒕𝒊𝒔𝒕𝒊𝒄</m:t>
                        </m:r>
                        <m:r>
                          <a:rPr lang="en-IN" sz="3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</m:t>
                        </m:r>
                        <m:r>
                          <a:rPr lang="en-US" sz="36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𝑷𝒐𝒑𝒖𝒍𝒂𝒕𝒊𝒐𝒏</m:t>
                        </m:r>
                        <m:r>
                          <a:rPr lang="en-US" sz="36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</m:t>
                        </m:r>
                        <m:r>
                          <a:rPr lang="en-US" sz="36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𝑷𝒂𝒓𝒂𝒎𝒆𝒕𝒆𝒓</m:t>
                        </m:r>
                      </m:num>
                      <m:den>
                        <m:r>
                          <a:rPr lang="en-IN" sz="3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𝑺𝒕𝒂𝒏𝒅𝒂𝒓𝒅</m:t>
                        </m:r>
                        <m:r>
                          <a:rPr lang="en-IN" sz="3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</m:t>
                        </m:r>
                        <m:r>
                          <a:rPr lang="en-US" sz="36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𝑬𝒓𝒓𝒐𝒓</m:t>
                        </m:r>
                      </m:den>
                    </m:f>
                  </m:oMath>
                </a14:m>
                <a:endParaRPr lang="en-IN" sz="3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Google Shape;74;p43">
                <a:extLst>
                  <a:ext uri="{FF2B5EF4-FFF2-40B4-BE49-F238E27FC236}">
                    <a16:creationId xmlns:a16="http://schemas.microsoft.com/office/drawing/2014/main" id="{A78630C0-45D3-63EC-453B-9C2B87A87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42" y="4772149"/>
                <a:ext cx="11113415" cy="1040828"/>
              </a:xfrm>
              <a:prstGeom prst="rect">
                <a:avLst/>
              </a:prstGeom>
              <a:blipFill>
                <a:blip r:embed="rId2"/>
                <a:stretch>
                  <a:fillRect l="-230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6A16B7A-A358-0C8F-72C6-8EBEE713D06C}"/>
              </a:ext>
            </a:extLst>
          </p:cNvPr>
          <p:cNvSpPr txBox="1"/>
          <p:nvPr/>
        </p:nvSpPr>
        <p:spPr>
          <a:xfrm>
            <a:off x="162005" y="1362445"/>
            <a:ext cx="113738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A </a:t>
            </a:r>
            <a:r>
              <a:rPr lang="en-US" sz="2800" b="1" i="0" dirty="0">
                <a:solidFill>
                  <a:srgbClr val="242424"/>
                </a:solidFill>
                <a:effectLst/>
                <a:latin typeface="source-serif-pro"/>
              </a:rPr>
              <a:t>test statistic</a:t>
            </a:r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 is a standardized value derived from sample data during a hypothesis test. </a:t>
            </a:r>
          </a:p>
          <a:p>
            <a:endParaRPr lang="en-US" sz="2800" dirty="0">
              <a:solidFill>
                <a:srgbClr val="242424"/>
              </a:solidFill>
              <a:latin typeface="source-serif-pro"/>
            </a:endParaRPr>
          </a:p>
          <a:p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It helps determine whether to reject the null hypothesis. </a:t>
            </a:r>
          </a:p>
          <a:p>
            <a:endParaRPr lang="en-US" sz="2800" dirty="0">
              <a:solidFill>
                <a:srgbClr val="242424"/>
              </a:solidFill>
              <a:latin typeface="source-serif-pro"/>
            </a:endParaRPr>
          </a:p>
          <a:p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Different tests (t-test, chi-square, etc.) have different formulas for calculating their respective test statistics.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3507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1F416-4E1F-4577-8FB8-B2E8617E6234}"/>
              </a:ext>
            </a:extLst>
          </p:cNvPr>
          <p:cNvSpPr txBox="1">
            <a:spLocks/>
          </p:cNvSpPr>
          <p:nvPr/>
        </p:nvSpPr>
        <p:spPr>
          <a:xfrm>
            <a:off x="4251211" y="217297"/>
            <a:ext cx="6703093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Test Statistic</a:t>
            </a:r>
            <a:endParaRPr lang="en-US" sz="2800" b="1" dirty="0">
              <a:solidFill>
                <a:srgbClr val="D9212B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FDC1247-0ECD-50D7-1E8D-1E7EABE1E68C}"/>
              </a:ext>
            </a:extLst>
          </p:cNvPr>
          <p:cNvGraphicFramePr>
            <a:graphicFrameLocks noGrp="1"/>
          </p:cNvGraphicFramePr>
          <p:nvPr/>
        </p:nvGraphicFramePr>
        <p:xfrm>
          <a:off x="722200" y="2680618"/>
          <a:ext cx="10744201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5225">
                  <a:extLst>
                    <a:ext uri="{9D8B030D-6E8A-4147-A177-3AD203B41FA5}">
                      <a16:colId xmlns:a16="http://schemas.microsoft.com/office/drawing/2014/main" val="2995669385"/>
                    </a:ext>
                  </a:extLst>
                </a:gridCol>
                <a:gridCol w="3592625">
                  <a:extLst>
                    <a:ext uri="{9D8B030D-6E8A-4147-A177-3AD203B41FA5}">
                      <a16:colId xmlns:a16="http://schemas.microsoft.com/office/drawing/2014/main" val="2530895431"/>
                    </a:ext>
                  </a:extLst>
                </a:gridCol>
                <a:gridCol w="3446351">
                  <a:extLst>
                    <a:ext uri="{9D8B030D-6E8A-4147-A177-3AD203B41FA5}">
                      <a16:colId xmlns:a16="http://schemas.microsoft.com/office/drawing/2014/main" val="2969213876"/>
                    </a:ext>
                  </a:extLst>
                </a:gridCol>
              </a:tblGrid>
              <a:tr h="342393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Two tail</a:t>
                      </a:r>
                    </a:p>
                  </a:txBody>
                  <a:tcPr>
                    <a:solidFill>
                      <a:srgbClr val="EE2B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Left tail</a:t>
                      </a:r>
                    </a:p>
                  </a:txBody>
                  <a:tcPr>
                    <a:solidFill>
                      <a:srgbClr val="EE2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Right tail</a:t>
                      </a:r>
                    </a:p>
                  </a:txBody>
                  <a:tcPr>
                    <a:solidFill>
                      <a:srgbClr val="EE2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520986"/>
                  </a:ext>
                </a:extLst>
              </a:tr>
              <a:tr h="342393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H0: Mean=10</a:t>
                      </a:r>
                    </a:p>
                    <a:p>
                      <a:pPr algn="ctr"/>
                      <a:r>
                        <a:rPr lang="en-IN" sz="2000" dirty="0"/>
                        <a:t>Ha: Mean</a:t>
                      </a:r>
                      <a:r>
                        <a:rPr lang="en-IN" sz="2000" b="0" kern="1200" dirty="0">
                          <a:solidFill>
                            <a:schemeClr val="dk1"/>
                          </a:solidFill>
                          <a:effectLst/>
                        </a:rPr>
                        <a:t>≠</a:t>
                      </a:r>
                      <a:r>
                        <a:rPr lang="en-IN" sz="2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H0: Mean ≥ 10</a:t>
                      </a:r>
                    </a:p>
                    <a:p>
                      <a:pPr algn="ctr"/>
                      <a:r>
                        <a:rPr lang="en-IN" sz="2000" dirty="0"/>
                        <a:t>Ha: Mean </a:t>
                      </a:r>
                      <a:r>
                        <a:rPr lang="en-IN" sz="2000" b="0" kern="1200" dirty="0">
                          <a:solidFill>
                            <a:schemeClr val="dk1"/>
                          </a:solidFill>
                          <a:effectLst/>
                        </a:rPr>
                        <a:t>&lt; </a:t>
                      </a:r>
                      <a:r>
                        <a:rPr lang="en-IN" sz="2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H0: </a:t>
                      </a: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Mean ≤ 10</a:t>
                      </a:r>
                    </a:p>
                    <a:p>
                      <a:pPr algn="ctr"/>
                      <a:r>
                        <a:rPr lang="en-IN" sz="2000" dirty="0"/>
                        <a:t>Ha: Mean </a:t>
                      </a:r>
                      <a:r>
                        <a:rPr lang="en-IN" sz="2000" b="0" kern="1200" dirty="0">
                          <a:solidFill>
                            <a:schemeClr val="dk1"/>
                          </a:solidFill>
                          <a:effectLst/>
                        </a:rPr>
                        <a:t>&gt;</a:t>
                      </a:r>
                      <a:r>
                        <a:rPr lang="en-IN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62752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55CC930-6E14-4CF9-89D6-51B5567215AE}"/>
              </a:ext>
            </a:extLst>
          </p:cNvPr>
          <p:cNvSpPr txBox="1"/>
          <p:nvPr/>
        </p:nvSpPr>
        <p:spPr>
          <a:xfrm>
            <a:off x="722200" y="1061119"/>
            <a:ext cx="3190869" cy="108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N" sz="1050" b="0" i="0" u="none" strike="noStrike" baseline="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r>
              <a:rPr lang="en-US" sz="1800" b="0" i="0" u="none" strike="noStrike" baseline="0" dirty="0">
                <a:latin typeface="Tahoma" panose="020B0604030504040204" pitchFamily="34" charset="0"/>
              </a:rPr>
              <a:t>We want to test that the population mean is different than 10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E3650E-5992-E295-C0D9-C1420F1C77CC}"/>
              </a:ext>
            </a:extLst>
          </p:cNvPr>
          <p:cNvSpPr txBox="1"/>
          <p:nvPr/>
        </p:nvSpPr>
        <p:spPr>
          <a:xfrm>
            <a:off x="7981959" y="905306"/>
            <a:ext cx="3771891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N" sz="1050" b="0" i="0" u="none" strike="noStrike" baseline="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endParaRPr lang="en-IN" sz="1050" b="0" i="0" u="none" strike="noStrike" baseline="0" dirty="0">
              <a:latin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</a:rPr>
              <a:t>W</a:t>
            </a:r>
            <a:r>
              <a:rPr lang="en-US" sz="1800" b="0" i="0" u="none" strike="noStrike" baseline="0" dirty="0">
                <a:latin typeface="Tahoma" panose="020B0604030504040204" pitchFamily="34" charset="0"/>
              </a:rPr>
              <a:t>e want to test that the population mean is greater than 10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A708DD-F12C-686F-03C4-9AA86D4EC74F}"/>
              </a:ext>
            </a:extLst>
          </p:cNvPr>
          <p:cNvSpPr txBox="1"/>
          <p:nvPr/>
        </p:nvSpPr>
        <p:spPr>
          <a:xfrm>
            <a:off x="4251212" y="944781"/>
            <a:ext cx="3686176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N" sz="1050" b="0" i="0" u="none" strike="noStrike" baseline="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endParaRPr lang="en-IN" sz="1050" b="0" i="0" u="none" strike="noStrike" baseline="0" dirty="0">
              <a:latin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</a:rPr>
              <a:t>W</a:t>
            </a:r>
            <a:r>
              <a:rPr lang="en-US" sz="1800" b="0" i="0" u="none" strike="noStrike" baseline="0" dirty="0">
                <a:latin typeface="Tahoma" panose="020B0604030504040204" pitchFamily="34" charset="0"/>
              </a:rPr>
              <a:t>e want to test that the population mean is less than </a:t>
            </a:r>
            <a:r>
              <a:rPr lang="en-US" dirty="0">
                <a:latin typeface="Tahoma" panose="020B0604030504040204" pitchFamily="34" charset="0"/>
              </a:rPr>
              <a:t>10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55FA90-EA5D-8024-D2B0-8E84CA28FC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501826"/>
              </p:ext>
            </p:extLst>
          </p:nvPr>
        </p:nvGraphicFramePr>
        <p:xfrm>
          <a:off x="466727" y="4772179"/>
          <a:ext cx="10999672" cy="1569243"/>
        </p:xfrm>
        <a:graphic>
          <a:graphicData uri="http://schemas.openxmlformats.org/drawingml/2006/table">
            <a:tbl>
              <a:tblPr/>
              <a:tblGrid>
                <a:gridCol w="2749918">
                  <a:extLst>
                    <a:ext uri="{9D8B030D-6E8A-4147-A177-3AD203B41FA5}">
                      <a16:colId xmlns:a16="http://schemas.microsoft.com/office/drawing/2014/main" val="2868701459"/>
                    </a:ext>
                  </a:extLst>
                </a:gridCol>
                <a:gridCol w="2749918">
                  <a:extLst>
                    <a:ext uri="{9D8B030D-6E8A-4147-A177-3AD203B41FA5}">
                      <a16:colId xmlns:a16="http://schemas.microsoft.com/office/drawing/2014/main" val="863082295"/>
                    </a:ext>
                  </a:extLst>
                </a:gridCol>
                <a:gridCol w="2749918">
                  <a:extLst>
                    <a:ext uri="{9D8B030D-6E8A-4147-A177-3AD203B41FA5}">
                      <a16:colId xmlns:a16="http://schemas.microsoft.com/office/drawing/2014/main" val="3933272726"/>
                    </a:ext>
                  </a:extLst>
                </a:gridCol>
                <a:gridCol w="2749918">
                  <a:extLst>
                    <a:ext uri="{9D8B030D-6E8A-4147-A177-3AD203B41FA5}">
                      <a16:colId xmlns:a16="http://schemas.microsoft.com/office/drawing/2014/main" val="516551415"/>
                    </a:ext>
                  </a:extLst>
                </a:gridCol>
              </a:tblGrid>
              <a:tr h="555783">
                <a:tc>
                  <a:txBody>
                    <a:bodyPr/>
                    <a:lstStyle/>
                    <a:p>
                      <a:pPr algn="ctr" fontAlgn="auto"/>
                      <a:r>
                        <a:rPr lang="en-IN" dirty="0">
                          <a:effectLst/>
                        </a:rPr>
                        <a:t>Significance Level (⍺)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dirty="0">
                          <a:effectLst/>
                        </a:rPr>
                        <a:t>Two-Tailed Test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dirty="0">
                          <a:effectLst/>
                        </a:rPr>
                        <a:t>One-Tailed Test (Left)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dirty="0">
                          <a:effectLst/>
                        </a:rPr>
                        <a:t>One-Tailed Test (Right)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996284"/>
                  </a:ext>
                </a:extLst>
              </a:tr>
              <a:tr h="284178">
                <a:tc>
                  <a:txBody>
                    <a:bodyPr/>
                    <a:lstStyle/>
                    <a:p>
                      <a:pPr algn="ctr" fontAlgn="auto"/>
                      <a:r>
                        <a:rPr lang="en-IN" dirty="0">
                          <a:effectLst/>
                        </a:rPr>
                        <a:t>0.01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dirty="0">
                          <a:effectLst/>
                        </a:rPr>
                        <a:t>±2.58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dirty="0">
                          <a:effectLst/>
                        </a:rPr>
                        <a:t>-2.326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dirty="0">
                          <a:effectLst/>
                        </a:rPr>
                        <a:t>+2.326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837706"/>
                  </a:ext>
                </a:extLst>
              </a:tr>
              <a:tr h="284178">
                <a:tc>
                  <a:txBody>
                    <a:bodyPr/>
                    <a:lstStyle/>
                    <a:p>
                      <a:pPr algn="ctr" fontAlgn="auto"/>
                      <a:r>
                        <a:rPr lang="en-IN" dirty="0">
                          <a:effectLst/>
                        </a:rPr>
                        <a:t>0.05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sz="2800" dirty="0">
                          <a:effectLst/>
                          <a:highlight>
                            <a:srgbClr val="FFFF00"/>
                          </a:highlight>
                        </a:rPr>
                        <a:t>±1.96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b="1" dirty="0">
                          <a:effectLst/>
                        </a:rPr>
                        <a:t>-1.645</a:t>
                      </a:r>
                      <a:endParaRPr lang="en-IN" dirty="0">
                        <a:effectLst/>
                      </a:endParaRP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b="1" dirty="0">
                          <a:effectLst/>
                        </a:rPr>
                        <a:t>+1.645</a:t>
                      </a:r>
                      <a:endParaRPr lang="en-IN" dirty="0">
                        <a:effectLst/>
                      </a:endParaRP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861969"/>
                  </a:ext>
                </a:extLst>
              </a:tr>
              <a:tr h="284178">
                <a:tc>
                  <a:txBody>
                    <a:bodyPr/>
                    <a:lstStyle/>
                    <a:p>
                      <a:pPr algn="ctr" fontAlgn="auto"/>
                      <a:r>
                        <a:rPr lang="en-IN" dirty="0">
                          <a:effectLst/>
                        </a:rPr>
                        <a:t>0.10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b="1" dirty="0">
                          <a:effectLst/>
                        </a:rPr>
                        <a:t>±1.645</a:t>
                      </a:r>
                      <a:endParaRPr lang="en-IN" dirty="0">
                        <a:effectLst/>
                      </a:endParaRP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dirty="0">
                          <a:effectLst/>
                        </a:rPr>
                        <a:t>-1.282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dirty="0">
                          <a:effectLst/>
                        </a:rPr>
                        <a:t>+1.282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0876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801D659-B70C-FD66-972B-40D4F10CE7BF}"/>
              </a:ext>
            </a:extLst>
          </p:cNvPr>
          <p:cNvSpPr txBox="1"/>
          <p:nvPr/>
        </p:nvSpPr>
        <p:spPr>
          <a:xfrm>
            <a:off x="889906" y="4275937"/>
            <a:ext cx="74920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Commonly used Critical z values</a:t>
            </a:r>
          </a:p>
        </p:txBody>
      </p:sp>
    </p:spTree>
    <p:extLst>
      <p:ext uri="{BB962C8B-B14F-4D97-AF65-F5344CB8AC3E}">
        <p14:creationId xmlns:p14="http://schemas.microsoft.com/office/powerpoint/2010/main" val="30869297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AC13F-E8B8-9A11-BEB9-B5B0B1D7E1F1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MCQ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4A26E-5091-4F57-CA2D-E479B4B4EF9D}"/>
              </a:ext>
            </a:extLst>
          </p:cNvPr>
          <p:cNvSpPr txBox="1">
            <a:spLocks/>
          </p:cNvSpPr>
          <p:nvPr/>
        </p:nvSpPr>
        <p:spPr>
          <a:xfrm>
            <a:off x="669471" y="1371600"/>
            <a:ext cx="10853057" cy="470262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1. What is H₀ usually about?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A) No change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B) New discovery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C) 5% significance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2. Which error occurs when H₀ is wrongly rejected?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A) Type I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B) Type II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C) Type III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2193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A12CD-D3EA-60EF-3242-FFB812F4F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25970-5A40-C033-B612-C8DCB58A48B9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MCQ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56218A6-E30F-6109-4E53-930E8BE30E58}"/>
              </a:ext>
            </a:extLst>
          </p:cNvPr>
          <p:cNvSpPr txBox="1">
            <a:spLocks/>
          </p:cNvSpPr>
          <p:nvPr/>
        </p:nvSpPr>
        <p:spPr>
          <a:xfrm>
            <a:off x="669471" y="1371600"/>
            <a:ext cx="10853057" cy="470262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1. What is H₀ usually about?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A) No change ✅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B) New discovery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C) 5% significance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2. Which error occurs when H₀ is wrongly rejected?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A) Type I ✅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B) Type II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C) Type III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2878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D1B8F-0D89-70B8-72C9-DBE5FB4C4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A0DAB-1592-A6E4-DEA6-2711CA8ACD39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Steps in Hypothesis Testing</a:t>
            </a:r>
            <a:endParaRPr lang="en-US" sz="2800" b="1" dirty="0">
              <a:solidFill>
                <a:srgbClr val="D9212B"/>
              </a:solidFill>
            </a:endParaRP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B6B779B1-6103-15D3-FC40-62A4A41731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0006447"/>
              </p:ext>
            </p:extLst>
          </p:nvPr>
        </p:nvGraphicFramePr>
        <p:xfrm>
          <a:off x="438705" y="1469571"/>
          <a:ext cx="11448495" cy="43325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97481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58974-99FB-3720-754B-A84E57884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41BF9BA-6723-0FB9-52FA-08701D972DCC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D9212B"/>
                </a:solidFill>
                <a:effectLst/>
                <a:uLnTx/>
                <a:uFillTx/>
                <a:latin typeface="Avenir Next LT Pro" panose="020B0504020202020204" pitchFamily="34" charset="0"/>
                <a:ea typeface="+mj-ea"/>
                <a:cs typeface="Arial" pitchFamily="34" charset="0"/>
              </a:rPr>
              <a:t>Session Summary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D9212B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BE93AF-E7B5-D045-8429-AD60E786E755}"/>
              </a:ext>
            </a:extLst>
          </p:cNvPr>
          <p:cNvSpPr txBox="1"/>
          <p:nvPr/>
        </p:nvSpPr>
        <p:spPr>
          <a:xfrm>
            <a:off x="1218460" y="2305520"/>
            <a:ext cx="89161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itchFamily="34" charset="0"/>
              </a:rPr>
              <a:t>In this session, we have discussed about: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119C160-8FB1-3AB7-5854-033F3A1FA6A8}"/>
              </a:ext>
            </a:extLst>
          </p:cNvPr>
          <p:cNvSpPr txBox="1">
            <a:spLocks/>
          </p:cNvSpPr>
          <p:nvPr/>
        </p:nvSpPr>
        <p:spPr>
          <a:xfrm>
            <a:off x="1218460" y="2800664"/>
            <a:ext cx="8229600" cy="276497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Basics of Hypothesis Testing</a:t>
            </a:r>
          </a:p>
          <a:p>
            <a:r>
              <a:rPr lang="en-US"/>
              <a:t>Steps of Hypothesis Testing</a:t>
            </a:r>
          </a:p>
          <a:p>
            <a:r>
              <a:rPr lang="en-US"/>
              <a:t>Formulate H₀ and H₁</a:t>
            </a:r>
          </a:p>
          <a:p>
            <a:r>
              <a:rPr lang="en-US"/>
              <a:t>Types of Error</a:t>
            </a:r>
          </a:p>
          <a:p>
            <a:r>
              <a:rPr lang="en-US"/>
              <a:t>Significance Level</a:t>
            </a:r>
          </a:p>
          <a:p>
            <a:r>
              <a:rPr lang="en-US"/>
              <a:t>Types of Statistical Tests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3594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EFD4D-D9C9-4931-AA1B-177E1362E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2DF5ADE-AF52-6C58-D763-B3DF494F5388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D9212B"/>
                </a:solidFill>
                <a:effectLst/>
                <a:uLnTx/>
                <a:uFillTx/>
                <a:latin typeface="Avenir Next LT Pro" panose="020B0504020202020204" pitchFamily="34" charset="0"/>
                <a:ea typeface="+mj-ea"/>
                <a:cs typeface="Arial" pitchFamily="34" charset="0"/>
              </a:rPr>
              <a:t>Reference links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D9212B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1E16517-568C-9C10-A7B7-931D081D3390}"/>
              </a:ext>
            </a:extLst>
          </p:cNvPr>
          <p:cNvSpPr txBox="1">
            <a:spLocks/>
          </p:cNvSpPr>
          <p:nvPr/>
        </p:nvSpPr>
        <p:spPr>
          <a:xfrm>
            <a:off x="375187" y="1527035"/>
            <a:ext cx="11441626" cy="332799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hlinkClick r:id="rId2"/>
              </a:rPr>
              <a:t>Introduction to Hypothesis Testing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Frequently asked hypothesis testing interview questions and answers – part 1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4"/>
              </a:rPr>
              <a:t>Frequently asked hypothesis testing interview questions and answers – part 2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5"/>
              </a:rPr>
              <a:t>Frequently asked hypothesis testing interview questions and answers – part 3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65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1209</TotalTime>
  <Words>1042</Words>
  <Application>Microsoft Office PowerPoint</Application>
  <PresentationFormat>Widescreen</PresentationFormat>
  <Paragraphs>206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4" baseType="lpstr">
      <vt:lpstr>Aptos</vt:lpstr>
      <vt:lpstr>Aptos Display</vt:lpstr>
      <vt:lpstr>Arial</vt:lpstr>
      <vt:lpstr>Avenir Next LT Pro</vt:lpstr>
      <vt:lpstr>Calibri</vt:lpstr>
      <vt:lpstr>Cambria Math</vt:lpstr>
      <vt:lpstr>Lato</vt:lpstr>
      <vt:lpstr>Montserrat SemiBold</vt:lpstr>
      <vt:lpstr>source-serif-pro</vt:lpstr>
      <vt:lpstr>Tahoma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idol</dc:creator>
  <cp:lastModifiedBy>Mohamed Ali</cp:lastModifiedBy>
  <cp:revision>95</cp:revision>
  <dcterms:created xsi:type="dcterms:W3CDTF">2025-07-09T10:39:06Z</dcterms:created>
  <dcterms:modified xsi:type="dcterms:W3CDTF">2026-10-28T11:40:57Z</dcterms:modified>
</cp:coreProperties>
</file>