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8" r:id="rId4"/>
    <p:sldId id="359" r:id="rId5"/>
    <p:sldId id="360" r:id="rId6"/>
    <p:sldId id="361" r:id="rId7"/>
    <p:sldId id="362" r:id="rId8"/>
    <p:sldId id="339" r:id="rId9"/>
    <p:sldId id="363" r:id="rId10"/>
    <p:sldId id="364" r:id="rId11"/>
    <p:sldId id="365" r:id="rId12"/>
    <p:sldId id="366" r:id="rId13"/>
    <p:sldId id="367" r:id="rId14"/>
    <p:sldId id="368" r:id="rId15"/>
    <p:sldId id="342" r:id="rId16"/>
    <p:sldId id="369" r:id="rId17"/>
    <p:sldId id="370" r:id="rId18"/>
    <p:sldId id="371" r:id="rId19"/>
    <p:sldId id="372" r:id="rId20"/>
    <p:sldId id="373" r:id="rId21"/>
    <p:sldId id="3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2692B-1D8F-417A-9788-C51D03A1B9A7}" v="11" dt="2025-11-02T11:07:06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h Singh" userId="75c4977ca9f66ea5" providerId="LiveId" clId="{E662B69C-3255-4899-BB94-F0DF42536EA4}"/>
    <pc:docChg chg="custSel addSld modSld">
      <pc:chgData name="Vikash Singh" userId="75c4977ca9f66ea5" providerId="LiveId" clId="{E662B69C-3255-4899-BB94-F0DF42536EA4}" dt="2025-11-02T11:34:01.692" v="146" actId="20577"/>
      <pc:docMkLst>
        <pc:docMk/>
      </pc:docMkLst>
      <pc:sldChg chg="addSp mod">
        <pc:chgData name="Vikash Singh" userId="75c4977ca9f66ea5" providerId="LiveId" clId="{E662B69C-3255-4899-BB94-F0DF42536EA4}" dt="2025-11-02T11:06:43.867" v="52" actId="9405"/>
        <pc:sldMkLst>
          <pc:docMk/>
          <pc:sldMk cId="1762190004" sldId="358"/>
        </pc:sldMkLst>
        <pc:inkChg chg="add">
          <ac:chgData name="Vikash Singh" userId="75c4977ca9f66ea5" providerId="LiveId" clId="{E662B69C-3255-4899-BB94-F0DF42536EA4}" dt="2025-11-02T11:06:32.867" v="51" actId="9405"/>
          <ac:inkMkLst>
            <pc:docMk/>
            <pc:sldMk cId="1762190004" sldId="358"/>
            <ac:inkMk id="5" creationId="{899C6EE6-687A-C0AF-EED4-49FC2347CE60}"/>
          </ac:inkMkLst>
        </pc:inkChg>
        <pc:inkChg chg="add">
          <ac:chgData name="Vikash Singh" userId="75c4977ca9f66ea5" providerId="LiveId" clId="{E662B69C-3255-4899-BB94-F0DF42536EA4}" dt="2025-11-02T11:06:43.867" v="52" actId="9405"/>
          <ac:inkMkLst>
            <pc:docMk/>
            <pc:sldMk cId="1762190004" sldId="358"/>
            <ac:inkMk id="6" creationId="{D4AAE2A6-D226-770D-7D20-D2EE3DE394BC}"/>
          </ac:inkMkLst>
        </pc:inkChg>
      </pc:sldChg>
      <pc:sldChg chg="addSp mod">
        <pc:chgData name="Vikash Singh" userId="75c4977ca9f66ea5" providerId="LiveId" clId="{E662B69C-3255-4899-BB94-F0DF42536EA4}" dt="2025-11-02T11:05:32.529" v="46" actId="9405"/>
        <pc:sldMkLst>
          <pc:docMk/>
          <pc:sldMk cId="2552538341" sldId="359"/>
        </pc:sldMkLst>
        <pc:inkChg chg="add">
          <ac:chgData name="Vikash Singh" userId="75c4977ca9f66ea5" providerId="LiveId" clId="{E662B69C-3255-4899-BB94-F0DF42536EA4}" dt="2025-11-02T11:05:16.649" v="45" actId="9405"/>
          <ac:inkMkLst>
            <pc:docMk/>
            <pc:sldMk cId="2552538341" sldId="359"/>
            <ac:inkMk id="6" creationId="{35D0FDC1-71F2-30EE-96C9-7551A3C7F085}"/>
          </ac:inkMkLst>
        </pc:inkChg>
        <pc:inkChg chg="add">
          <ac:chgData name="Vikash Singh" userId="75c4977ca9f66ea5" providerId="LiveId" clId="{E662B69C-3255-4899-BB94-F0DF42536EA4}" dt="2025-11-02T11:05:32.529" v="46" actId="9405"/>
          <ac:inkMkLst>
            <pc:docMk/>
            <pc:sldMk cId="2552538341" sldId="359"/>
            <ac:inkMk id="7" creationId="{F99010CD-37F2-FE11-2A75-9970E31D1F95}"/>
          </ac:inkMkLst>
        </pc:inkChg>
      </pc:sldChg>
      <pc:sldChg chg="addSp modSp mod">
        <pc:chgData name="Vikash Singh" userId="75c4977ca9f66ea5" providerId="LiveId" clId="{E662B69C-3255-4899-BB94-F0DF42536EA4}" dt="2025-11-02T11:06:27.832" v="50" actId="9405"/>
        <pc:sldMkLst>
          <pc:docMk/>
          <pc:sldMk cId="486808010" sldId="360"/>
        </pc:sldMkLst>
        <pc:grpChg chg="mod">
          <ac:chgData name="Vikash Singh" userId="75c4977ca9f66ea5" providerId="LiveId" clId="{E662B69C-3255-4899-BB94-F0DF42536EA4}" dt="2025-11-02T11:06:24.748" v="49"/>
          <ac:grpSpMkLst>
            <pc:docMk/>
            <pc:sldMk cId="486808010" sldId="360"/>
            <ac:grpSpMk id="8" creationId="{C2560673-4B31-AB36-9E12-911E4E30E65D}"/>
          </ac:grpSpMkLst>
        </pc:grpChg>
        <pc:inkChg chg="add mod">
          <ac:chgData name="Vikash Singh" userId="75c4977ca9f66ea5" providerId="LiveId" clId="{E662B69C-3255-4899-BB94-F0DF42536EA4}" dt="2025-11-02T11:06:24.748" v="49"/>
          <ac:inkMkLst>
            <pc:docMk/>
            <pc:sldMk cId="486808010" sldId="360"/>
            <ac:inkMk id="6" creationId="{541DDA81-CB1F-367B-FEC7-04B1F98F285E}"/>
          </ac:inkMkLst>
        </pc:inkChg>
        <pc:inkChg chg="add mod">
          <ac:chgData name="Vikash Singh" userId="75c4977ca9f66ea5" providerId="LiveId" clId="{E662B69C-3255-4899-BB94-F0DF42536EA4}" dt="2025-11-02T11:06:24.748" v="49"/>
          <ac:inkMkLst>
            <pc:docMk/>
            <pc:sldMk cId="486808010" sldId="360"/>
            <ac:inkMk id="7" creationId="{9C6480F9-A70B-5414-8D38-CF5CEDB59DB7}"/>
          </ac:inkMkLst>
        </pc:inkChg>
        <pc:inkChg chg="add">
          <ac:chgData name="Vikash Singh" userId="75c4977ca9f66ea5" providerId="LiveId" clId="{E662B69C-3255-4899-BB94-F0DF42536EA4}" dt="2025-11-02T11:06:27.832" v="50" actId="9405"/>
          <ac:inkMkLst>
            <pc:docMk/>
            <pc:sldMk cId="486808010" sldId="360"/>
            <ac:inkMk id="9" creationId="{C5DC774C-6822-9A5A-9448-0E44B4D930F6}"/>
          </ac:inkMkLst>
        </pc:inkChg>
      </pc:sldChg>
      <pc:sldChg chg="addSp modSp mod">
        <pc:chgData name="Vikash Singh" userId="75c4977ca9f66ea5" providerId="LiveId" clId="{E662B69C-3255-4899-BB94-F0DF42536EA4}" dt="2025-11-02T11:08:53.765" v="59" actId="9405"/>
        <pc:sldMkLst>
          <pc:docMk/>
          <pc:sldMk cId="550744257" sldId="361"/>
        </pc:sldMkLst>
        <pc:grpChg chg="mod">
          <ac:chgData name="Vikash Singh" userId="75c4977ca9f66ea5" providerId="LiveId" clId="{E662B69C-3255-4899-BB94-F0DF42536EA4}" dt="2025-11-02T11:07:06.283" v="56"/>
          <ac:grpSpMkLst>
            <pc:docMk/>
            <pc:sldMk cId="550744257" sldId="361"/>
            <ac:grpSpMk id="10" creationId="{041B3599-CC7E-D538-96C1-9D405BE342B8}"/>
          </ac:grpSpMkLst>
        </pc:grpChg>
        <pc:inkChg chg="add mod">
          <ac:chgData name="Vikash Singh" userId="75c4977ca9f66ea5" providerId="LiveId" clId="{E662B69C-3255-4899-BB94-F0DF42536EA4}" dt="2025-11-02T11:07:06.283" v="56"/>
          <ac:inkMkLst>
            <pc:docMk/>
            <pc:sldMk cId="550744257" sldId="361"/>
            <ac:inkMk id="7" creationId="{4FE13E84-B323-07C3-A167-EDCD919BEA64}"/>
          </ac:inkMkLst>
        </pc:inkChg>
        <pc:inkChg chg="add mod">
          <ac:chgData name="Vikash Singh" userId="75c4977ca9f66ea5" providerId="LiveId" clId="{E662B69C-3255-4899-BB94-F0DF42536EA4}" dt="2025-11-02T11:07:06.283" v="56"/>
          <ac:inkMkLst>
            <pc:docMk/>
            <pc:sldMk cId="550744257" sldId="361"/>
            <ac:inkMk id="8" creationId="{51613AEE-8AFF-CC2F-3F78-A26F30CBA296}"/>
          </ac:inkMkLst>
        </pc:inkChg>
        <pc:inkChg chg="add">
          <ac:chgData name="Vikash Singh" userId="75c4977ca9f66ea5" providerId="LiveId" clId="{E662B69C-3255-4899-BB94-F0DF42536EA4}" dt="2025-11-02T11:07:05.701" v="55" actId="9405"/>
          <ac:inkMkLst>
            <pc:docMk/>
            <pc:sldMk cId="550744257" sldId="361"/>
            <ac:inkMk id="9" creationId="{E405C675-AF0A-9D1F-4DDE-5BFEF76C61F2}"/>
          </ac:inkMkLst>
        </pc:inkChg>
        <pc:inkChg chg="add">
          <ac:chgData name="Vikash Singh" userId="75c4977ca9f66ea5" providerId="LiveId" clId="{E662B69C-3255-4899-BB94-F0DF42536EA4}" dt="2025-11-02T11:07:07.237" v="57" actId="9405"/>
          <ac:inkMkLst>
            <pc:docMk/>
            <pc:sldMk cId="550744257" sldId="361"/>
            <ac:inkMk id="11" creationId="{75671827-3BB7-97D3-8B37-2F8DEEBA82CB}"/>
          </ac:inkMkLst>
        </pc:inkChg>
        <pc:inkChg chg="add">
          <ac:chgData name="Vikash Singh" userId="75c4977ca9f66ea5" providerId="LiveId" clId="{E662B69C-3255-4899-BB94-F0DF42536EA4}" dt="2025-11-02T11:07:22.589" v="58" actId="9405"/>
          <ac:inkMkLst>
            <pc:docMk/>
            <pc:sldMk cId="550744257" sldId="361"/>
            <ac:inkMk id="12" creationId="{032ECF36-74C5-1CB8-F9E6-5D92458349E0}"/>
          </ac:inkMkLst>
        </pc:inkChg>
        <pc:inkChg chg="add">
          <ac:chgData name="Vikash Singh" userId="75c4977ca9f66ea5" providerId="LiveId" clId="{E662B69C-3255-4899-BB94-F0DF42536EA4}" dt="2025-11-02T11:08:53.765" v="59" actId="9405"/>
          <ac:inkMkLst>
            <pc:docMk/>
            <pc:sldMk cId="550744257" sldId="361"/>
            <ac:inkMk id="13" creationId="{9ED48725-D85F-3437-848A-7A96C9A09C52}"/>
          </ac:inkMkLst>
        </pc:inkChg>
      </pc:sldChg>
      <pc:sldChg chg="modSp mod">
        <pc:chgData name="Vikash Singh" userId="75c4977ca9f66ea5" providerId="LiveId" clId="{E662B69C-3255-4899-BB94-F0DF42536EA4}" dt="2025-11-02T11:31:22.907" v="60" actId="1076"/>
        <pc:sldMkLst>
          <pc:docMk/>
          <pc:sldMk cId="1233892110" sldId="370"/>
        </pc:sldMkLst>
        <pc:spChg chg="mod">
          <ac:chgData name="Vikash Singh" userId="75c4977ca9f66ea5" providerId="LiveId" clId="{E662B69C-3255-4899-BB94-F0DF42536EA4}" dt="2025-11-02T11:31:22.907" v="60" actId="1076"/>
          <ac:spMkLst>
            <pc:docMk/>
            <pc:sldMk cId="1233892110" sldId="370"/>
            <ac:spMk id="4" creationId="{E6FDA4AA-677E-8A0E-75F4-258930B46394}"/>
          </ac:spMkLst>
        </pc:spChg>
      </pc:sldChg>
      <pc:sldChg chg="modSp mod">
        <pc:chgData name="Vikash Singh" userId="75c4977ca9f66ea5" providerId="LiveId" clId="{E662B69C-3255-4899-BB94-F0DF42536EA4}" dt="2025-11-02T11:34:01.692" v="146" actId="20577"/>
        <pc:sldMkLst>
          <pc:docMk/>
          <pc:sldMk cId="3927237016" sldId="371"/>
        </pc:sldMkLst>
        <pc:spChg chg="mod">
          <ac:chgData name="Vikash Singh" userId="75c4977ca9f66ea5" providerId="LiveId" clId="{E662B69C-3255-4899-BB94-F0DF42536EA4}" dt="2025-11-02T11:34:01.692" v="146" actId="20577"/>
          <ac:spMkLst>
            <pc:docMk/>
            <pc:sldMk cId="3927237016" sldId="371"/>
            <ac:spMk id="2" creationId="{799EC2A9-499C-7BDF-586A-7A51248D6BF7}"/>
          </ac:spMkLst>
        </pc:spChg>
      </pc:sldChg>
      <pc:sldChg chg="addSp delSp modSp new mod">
        <pc:chgData name="Vikash Singh" userId="75c4977ca9f66ea5" providerId="LiveId" clId="{E662B69C-3255-4899-BB94-F0DF42536EA4}" dt="2025-11-02T11:04:35.297" v="44"/>
        <pc:sldMkLst>
          <pc:docMk/>
          <pc:sldMk cId="3896879983" sldId="374"/>
        </pc:sldMkLst>
        <pc:grpChg chg="mod">
          <ac:chgData name="Vikash Singh" userId="75c4977ca9f66ea5" providerId="LiveId" clId="{E662B69C-3255-4899-BB94-F0DF42536EA4}" dt="2025-11-02T11:01:42.267" v="7"/>
          <ac:grpSpMkLst>
            <pc:docMk/>
            <pc:sldMk cId="3896879983" sldId="374"/>
            <ac:grpSpMk id="8" creationId="{35E45246-667B-6C95-9CD9-5CD0DB61D334}"/>
          </ac:grpSpMkLst>
        </pc:grpChg>
        <pc:grpChg chg="mod">
          <ac:chgData name="Vikash Singh" userId="75c4977ca9f66ea5" providerId="LiveId" clId="{E662B69C-3255-4899-BB94-F0DF42536EA4}" dt="2025-11-02T11:01:48.100" v="12"/>
          <ac:grpSpMkLst>
            <pc:docMk/>
            <pc:sldMk cId="3896879983" sldId="374"/>
            <ac:grpSpMk id="13" creationId="{A5EA33AD-0BEC-0E9F-C3BA-B0C01C6EE35F}"/>
          </ac:grpSpMkLst>
        </pc:grpChg>
        <pc:grpChg chg="mod">
          <ac:chgData name="Vikash Singh" userId="75c4977ca9f66ea5" providerId="LiveId" clId="{E662B69C-3255-4899-BB94-F0DF42536EA4}" dt="2025-11-02T11:02:11.374" v="18"/>
          <ac:grpSpMkLst>
            <pc:docMk/>
            <pc:sldMk cId="3896879983" sldId="374"/>
            <ac:grpSpMk id="19" creationId="{5A7B20C0-05BF-F46D-E61A-F15669D2CF76}"/>
          </ac:grpSpMkLst>
        </pc:grpChg>
        <pc:grpChg chg="del mod">
          <ac:chgData name="Vikash Singh" userId="75c4977ca9f66ea5" providerId="LiveId" clId="{E662B69C-3255-4899-BB94-F0DF42536EA4}" dt="2025-11-02T11:03:10.941" v="33"/>
          <ac:grpSpMkLst>
            <pc:docMk/>
            <pc:sldMk cId="3896879983" sldId="374"/>
            <ac:grpSpMk id="27" creationId="{5F24140C-3751-FA6F-FDE7-AE0D86656BFB}"/>
          </ac:grpSpMkLst>
        </pc:grpChg>
        <pc:grpChg chg="del mod">
          <ac:chgData name="Vikash Singh" userId="75c4977ca9f66ea5" providerId="LiveId" clId="{E662B69C-3255-4899-BB94-F0DF42536EA4}" dt="2025-11-02T11:03:10.941" v="33"/>
          <ac:grpSpMkLst>
            <pc:docMk/>
            <pc:sldMk cId="3896879983" sldId="374"/>
            <ac:grpSpMk id="31" creationId="{D8F24EDA-B4E8-0D7E-7B91-B1D45815C2DE}"/>
          </ac:grpSpMkLst>
        </pc:grpChg>
        <pc:grpChg chg="mod">
          <ac:chgData name="Vikash Singh" userId="75c4977ca9f66ea5" providerId="LiveId" clId="{E662B69C-3255-4899-BB94-F0DF42536EA4}" dt="2025-11-02T11:03:10.941" v="33"/>
          <ac:grpSpMkLst>
            <pc:docMk/>
            <pc:sldMk cId="3896879983" sldId="374"/>
            <ac:grpSpMk id="34" creationId="{17E2516A-02B2-9C2F-D5B8-B2F358B3D02E}"/>
          </ac:grpSpMkLst>
        </pc:grpChg>
        <pc:grpChg chg="mod">
          <ac:chgData name="Vikash Singh" userId="75c4977ca9f66ea5" providerId="LiveId" clId="{E662B69C-3255-4899-BB94-F0DF42536EA4}" dt="2025-11-02T11:04:12.415" v="36"/>
          <ac:grpSpMkLst>
            <pc:docMk/>
            <pc:sldMk cId="3896879983" sldId="374"/>
            <ac:grpSpMk id="37" creationId="{1B6D6E1A-2132-C852-4B27-C3DBD49D5D26}"/>
          </ac:grpSpMkLst>
        </pc:grpChg>
        <pc:grpChg chg="del mod">
          <ac:chgData name="Vikash Singh" userId="75c4977ca9f66ea5" providerId="LiveId" clId="{E662B69C-3255-4899-BB94-F0DF42536EA4}" dt="2025-11-02T11:04:35.297" v="44"/>
          <ac:grpSpMkLst>
            <pc:docMk/>
            <pc:sldMk cId="3896879983" sldId="374"/>
            <ac:grpSpMk id="42" creationId="{67982B45-CA66-8905-4954-524A4BE185EB}"/>
          </ac:grpSpMkLst>
        </pc:grpChg>
        <pc:grpChg chg="mod">
          <ac:chgData name="Vikash Singh" userId="75c4977ca9f66ea5" providerId="LiveId" clId="{E662B69C-3255-4899-BB94-F0DF42536EA4}" dt="2025-11-02T11:04:35.297" v="44"/>
          <ac:grpSpMkLst>
            <pc:docMk/>
            <pc:sldMk cId="3896879983" sldId="374"/>
            <ac:grpSpMk id="45" creationId="{FA6FD83B-0675-033C-4419-BD9CCFA3B608}"/>
          </ac:grpSpMkLst>
        </pc:grpChg>
        <pc:inkChg chg="add">
          <ac:chgData name="Vikash Singh" userId="75c4977ca9f66ea5" providerId="LiveId" clId="{E662B69C-3255-4899-BB94-F0DF42536EA4}" dt="2025-11-02T11:01:20.622" v="1" actId="9405"/>
          <ac:inkMkLst>
            <pc:docMk/>
            <pc:sldMk cId="3896879983" sldId="374"/>
            <ac:inkMk id="2" creationId="{34EFDE8F-2128-A2B1-1E56-D8A1F892C817}"/>
          </ac:inkMkLst>
        </pc:inkChg>
        <pc:inkChg chg="add">
          <ac:chgData name="Vikash Singh" userId="75c4977ca9f66ea5" providerId="LiveId" clId="{E662B69C-3255-4899-BB94-F0DF42536EA4}" dt="2025-11-02T11:01:30.864" v="2" actId="9405"/>
          <ac:inkMkLst>
            <pc:docMk/>
            <pc:sldMk cId="3896879983" sldId="374"/>
            <ac:inkMk id="3" creationId="{9CFE00F5-BD64-BE36-65B8-E59694F1EEF6}"/>
          </ac:inkMkLst>
        </pc:inkChg>
        <pc:inkChg chg="add mod">
          <ac:chgData name="Vikash Singh" userId="75c4977ca9f66ea5" providerId="LiveId" clId="{E662B69C-3255-4899-BB94-F0DF42536EA4}" dt="2025-11-02T11:01:42.267" v="7"/>
          <ac:inkMkLst>
            <pc:docMk/>
            <pc:sldMk cId="3896879983" sldId="374"/>
            <ac:inkMk id="4" creationId="{2F017F18-78B6-2A23-9775-8DAD2F8DE724}"/>
          </ac:inkMkLst>
        </pc:inkChg>
        <pc:inkChg chg="add mod">
          <ac:chgData name="Vikash Singh" userId="75c4977ca9f66ea5" providerId="LiveId" clId="{E662B69C-3255-4899-BB94-F0DF42536EA4}" dt="2025-11-02T11:01:42.267" v="7"/>
          <ac:inkMkLst>
            <pc:docMk/>
            <pc:sldMk cId="3896879983" sldId="374"/>
            <ac:inkMk id="5" creationId="{5E42C8AC-8936-4429-8804-ED2D80D62450}"/>
          </ac:inkMkLst>
        </pc:inkChg>
        <pc:inkChg chg="add mod">
          <ac:chgData name="Vikash Singh" userId="75c4977ca9f66ea5" providerId="LiveId" clId="{E662B69C-3255-4899-BB94-F0DF42536EA4}" dt="2025-11-02T11:01:42.267" v="7"/>
          <ac:inkMkLst>
            <pc:docMk/>
            <pc:sldMk cId="3896879983" sldId="374"/>
            <ac:inkMk id="6" creationId="{D396FA03-30C5-10EA-7A38-BD20EB72A589}"/>
          </ac:inkMkLst>
        </pc:inkChg>
        <pc:inkChg chg="add mod">
          <ac:chgData name="Vikash Singh" userId="75c4977ca9f66ea5" providerId="LiveId" clId="{E662B69C-3255-4899-BB94-F0DF42536EA4}" dt="2025-11-02T11:01:42.267" v="7"/>
          <ac:inkMkLst>
            <pc:docMk/>
            <pc:sldMk cId="3896879983" sldId="374"/>
            <ac:inkMk id="7" creationId="{32AC4EC8-64C0-5024-99E8-629BFDE552D9}"/>
          </ac:inkMkLst>
        </pc:inkChg>
        <pc:inkChg chg="add">
          <ac:chgData name="Vikash Singh" userId="75c4977ca9f66ea5" providerId="LiveId" clId="{E662B69C-3255-4899-BB94-F0DF42536EA4}" dt="2025-11-02T11:01:43.044" v="8" actId="9405"/>
          <ac:inkMkLst>
            <pc:docMk/>
            <pc:sldMk cId="3896879983" sldId="374"/>
            <ac:inkMk id="9" creationId="{BBE72B92-8FE2-3422-E714-8A5D34D5C6F4}"/>
          </ac:inkMkLst>
        </pc:inkChg>
        <pc:inkChg chg="add mod">
          <ac:chgData name="Vikash Singh" userId="75c4977ca9f66ea5" providerId="LiveId" clId="{E662B69C-3255-4899-BB94-F0DF42536EA4}" dt="2025-11-02T11:01:48.100" v="12"/>
          <ac:inkMkLst>
            <pc:docMk/>
            <pc:sldMk cId="3896879983" sldId="374"/>
            <ac:inkMk id="10" creationId="{21DDB1AF-654A-2F3E-A826-76975BC6BFB6}"/>
          </ac:inkMkLst>
        </pc:inkChg>
        <pc:inkChg chg="add mod">
          <ac:chgData name="Vikash Singh" userId="75c4977ca9f66ea5" providerId="LiveId" clId="{E662B69C-3255-4899-BB94-F0DF42536EA4}" dt="2025-11-02T11:01:48.100" v="12"/>
          <ac:inkMkLst>
            <pc:docMk/>
            <pc:sldMk cId="3896879983" sldId="374"/>
            <ac:inkMk id="11" creationId="{16453FAB-145F-D0FA-AF2C-6BDD507072CC}"/>
          </ac:inkMkLst>
        </pc:inkChg>
        <pc:inkChg chg="add mod">
          <ac:chgData name="Vikash Singh" userId="75c4977ca9f66ea5" providerId="LiveId" clId="{E662B69C-3255-4899-BB94-F0DF42536EA4}" dt="2025-11-02T11:01:48.100" v="12"/>
          <ac:inkMkLst>
            <pc:docMk/>
            <pc:sldMk cId="3896879983" sldId="374"/>
            <ac:inkMk id="12" creationId="{C95C8B3D-3AC3-2208-F502-D8BE3720E80C}"/>
          </ac:inkMkLst>
        </pc:inkChg>
        <pc:inkChg chg="add">
          <ac:chgData name="Vikash Singh" userId="75c4977ca9f66ea5" providerId="LiveId" clId="{E662B69C-3255-4899-BB94-F0DF42536EA4}" dt="2025-11-02T11:01:59.364" v="13" actId="9405"/>
          <ac:inkMkLst>
            <pc:docMk/>
            <pc:sldMk cId="3896879983" sldId="374"/>
            <ac:inkMk id="14" creationId="{8FB711CB-ED8A-79A2-BB5A-78B1833CCB89}"/>
          </ac:inkMkLst>
        </pc:inkChg>
        <pc:inkChg chg="add">
          <ac:chgData name="Vikash Singh" userId="75c4977ca9f66ea5" providerId="LiveId" clId="{E662B69C-3255-4899-BB94-F0DF42536EA4}" dt="2025-11-02T11:02:01.114" v="14" actId="9405"/>
          <ac:inkMkLst>
            <pc:docMk/>
            <pc:sldMk cId="3896879983" sldId="374"/>
            <ac:inkMk id="15" creationId="{6E0CCE80-EFCD-8916-9E96-CA19BF11D017}"/>
          </ac:inkMkLst>
        </pc:inkChg>
        <pc:inkChg chg="add mod">
          <ac:chgData name="Vikash Singh" userId="75c4977ca9f66ea5" providerId="LiveId" clId="{E662B69C-3255-4899-BB94-F0DF42536EA4}" dt="2025-11-02T11:02:11.374" v="18"/>
          <ac:inkMkLst>
            <pc:docMk/>
            <pc:sldMk cId="3896879983" sldId="374"/>
            <ac:inkMk id="16" creationId="{8D37AE88-A4C0-B232-9BED-15402D9FA3C3}"/>
          </ac:inkMkLst>
        </pc:inkChg>
        <pc:inkChg chg="add mod">
          <ac:chgData name="Vikash Singh" userId="75c4977ca9f66ea5" providerId="LiveId" clId="{E662B69C-3255-4899-BB94-F0DF42536EA4}" dt="2025-11-02T11:02:11.374" v="18"/>
          <ac:inkMkLst>
            <pc:docMk/>
            <pc:sldMk cId="3896879983" sldId="374"/>
            <ac:inkMk id="17" creationId="{17656EE8-449F-16AC-C3F7-93A52738B521}"/>
          </ac:inkMkLst>
        </pc:inkChg>
        <pc:inkChg chg="add mod">
          <ac:chgData name="Vikash Singh" userId="75c4977ca9f66ea5" providerId="LiveId" clId="{E662B69C-3255-4899-BB94-F0DF42536EA4}" dt="2025-11-02T11:02:11.374" v="18"/>
          <ac:inkMkLst>
            <pc:docMk/>
            <pc:sldMk cId="3896879983" sldId="374"/>
            <ac:inkMk id="18" creationId="{1C7FE040-11CA-07AD-A153-2FE29C36456E}"/>
          </ac:inkMkLst>
        </pc:inkChg>
        <pc:inkChg chg="add">
          <ac:chgData name="Vikash Singh" userId="75c4977ca9f66ea5" providerId="LiveId" clId="{E662B69C-3255-4899-BB94-F0DF42536EA4}" dt="2025-11-02T11:02:27.084" v="19" actId="9405"/>
          <ac:inkMkLst>
            <pc:docMk/>
            <pc:sldMk cId="3896879983" sldId="374"/>
            <ac:inkMk id="20" creationId="{789C76E3-A3C5-9293-88C0-0342147E4B7F}"/>
          </ac:inkMkLst>
        </pc:inkChg>
        <pc:inkChg chg="add">
          <ac:chgData name="Vikash Singh" userId="75c4977ca9f66ea5" providerId="LiveId" clId="{E662B69C-3255-4899-BB94-F0DF42536EA4}" dt="2025-11-02T11:02:30.590" v="20" actId="9405"/>
          <ac:inkMkLst>
            <pc:docMk/>
            <pc:sldMk cId="3896879983" sldId="374"/>
            <ac:inkMk id="21" creationId="{0AD5514B-2B2B-7D81-AAC3-19C0985EF233}"/>
          </ac:inkMkLst>
        </pc:inkChg>
        <pc:inkChg chg="add mod">
          <ac:chgData name="Vikash Singh" userId="75c4977ca9f66ea5" providerId="LiveId" clId="{E662B69C-3255-4899-BB94-F0DF42536EA4}" dt="2025-11-02T11:02:59.311" v="26"/>
          <ac:inkMkLst>
            <pc:docMk/>
            <pc:sldMk cId="3896879983" sldId="374"/>
            <ac:inkMk id="22" creationId="{9C87B44B-60E4-0A71-4ECC-1722D72D5BC1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23" creationId="{B6C9A117-B3A9-13EA-E992-0ABD3C2276C0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24" creationId="{6A1ED478-5EDF-8F36-39E8-EB2E4012A568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25" creationId="{DC69DC80-3A28-B4CC-06B8-30CC8273F4EC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26" creationId="{7C5E5DCB-9A4B-6F0C-2F65-9D6D9E09923E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28" creationId="{ED995708-A5CF-1DC9-7D08-8F13D913AFF0}"/>
          </ac:inkMkLst>
        </pc:inkChg>
        <pc:inkChg chg="add mod">
          <ac:chgData name="Vikash Singh" userId="75c4977ca9f66ea5" providerId="LiveId" clId="{E662B69C-3255-4899-BB94-F0DF42536EA4}" dt="2025-11-02T11:03:08.395" v="30"/>
          <ac:inkMkLst>
            <pc:docMk/>
            <pc:sldMk cId="3896879983" sldId="374"/>
            <ac:inkMk id="29" creationId="{67610244-25A6-E223-CEE2-38A080A1FF7D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30" creationId="{18B59046-B1C2-D709-502F-83D5E550C9EE}"/>
          </ac:inkMkLst>
        </pc:inkChg>
        <pc:inkChg chg="add">
          <ac:chgData name="Vikash Singh" userId="75c4977ca9f66ea5" providerId="LiveId" clId="{E662B69C-3255-4899-BB94-F0DF42536EA4}" dt="2025-11-02T11:03:08.911" v="31" actId="9405"/>
          <ac:inkMkLst>
            <pc:docMk/>
            <pc:sldMk cId="3896879983" sldId="374"/>
            <ac:inkMk id="32" creationId="{5782FEDD-1A76-A489-418E-9C0D820159D7}"/>
          </ac:inkMkLst>
        </pc:inkChg>
        <pc:inkChg chg="add mod">
          <ac:chgData name="Vikash Singh" userId="75c4977ca9f66ea5" providerId="LiveId" clId="{E662B69C-3255-4899-BB94-F0DF42536EA4}" dt="2025-11-02T11:03:10.941" v="33"/>
          <ac:inkMkLst>
            <pc:docMk/>
            <pc:sldMk cId="3896879983" sldId="374"/>
            <ac:inkMk id="33" creationId="{740CFF92-C8DD-B80F-951E-CCBB6B015CBD}"/>
          </ac:inkMkLst>
        </pc:inkChg>
        <pc:inkChg chg="add mod">
          <ac:chgData name="Vikash Singh" userId="75c4977ca9f66ea5" providerId="LiveId" clId="{E662B69C-3255-4899-BB94-F0DF42536EA4}" dt="2025-11-02T11:04:12.415" v="36"/>
          <ac:inkMkLst>
            <pc:docMk/>
            <pc:sldMk cId="3896879983" sldId="374"/>
            <ac:inkMk id="35" creationId="{B224BE0F-5F9B-FF89-F482-9EC0F6FD01C6}"/>
          </ac:inkMkLst>
        </pc:inkChg>
        <pc:inkChg chg="add mod">
          <ac:chgData name="Vikash Singh" userId="75c4977ca9f66ea5" providerId="LiveId" clId="{E662B69C-3255-4899-BB94-F0DF42536EA4}" dt="2025-11-02T11:04:12.415" v="36"/>
          <ac:inkMkLst>
            <pc:docMk/>
            <pc:sldMk cId="3896879983" sldId="374"/>
            <ac:inkMk id="36" creationId="{FEED8599-ADA0-A6B5-F9B0-A18C426881F8}"/>
          </ac:inkMkLst>
        </pc:inkChg>
        <pc:inkChg chg="add">
          <ac:chgData name="Vikash Singh" userId="75c4977ca9f66ea5" providerId="LiveId" clId="{E662B69C-3255-4899-BB94-F0DF42536EA4}" dt="2025-11-02T11:04:14.503" v="37" actId="9405"/>
          <ac:inkMkLst>
            <pc:docMk/>
            <pc:sldMk cId="3896879983" sldId="374"/>
            <ac:inkMk id="38" creationId="{0E4A4FD2-D45A-BA77-D833-A19265D388FE}"/>
          </ac:inkMkLst>
        </pc:inkChg>
        <pc:inkChg chg="add">
          <ac:chgData name="Vikash Singh" userId="75c4977ca9f66ea5" providerId="LiveId" clId="{E662B69C-3255-4899-BB94-F0DF42536EA4}" dt="2025-11-02T11:04:22.813" v="38" actId="9405"/>
          <ac:inkMkLst>
            <pc:docMk/>
            <pc:sldMk cId="3896879983" sldId="374"/>
            <ac:inkMk id="39" creationId="{3410FB2C-F1DB-B84E-3775-5F5DA9347F42}"/>
          </ac:inkMkLst>
        </pc:inkChg>
        <pc:inkChg chg="add mod">
          <ac:chgData name="Vikash Singh" userId="75c4977ca9f66ea5" providerId="LiveId" clId="{E662B69C-3255-4899-BB94-F0DF42536EA4}" dt="2025-11-02T11:04:35.297" v="44"/>
          <ac:inkMkLst>
            <pc:docMk/>
            <pc:sldMk cId="3896879983" sldId="374"/>
            <ac:inkMk id="40" creationId="{818A2DC9-AE4E-EA9B-9934-967E546DC852}"/>
          </ac:inkMkLst>
        </pc:inkChg>
        <pc:inkChg chg="add mod">
          <ac:chgData name="Vikash Singh" userId="75c4977ca9f66ea5" providerId="LiveId" clId="{E662B69C-3255-4899-BB94-F0DF42536EA4}" dt="2025-11-02T11:04:35.297" v="44"/>
          <ac:inkMkLst>
            <pc:docMk/>
            <pc:sldMk cId="3896879983" sldId="374"/>
            <ac:inkMk id="41" creationId="{3D3B3C0A-9DB6-C45D-58ED-4BC8B3F481AF}"/>
          </ac:inkMkLst>
        </pc:inkChg>
        <pc:inkChg chg="add mod">
          <ac:chgData name="Vikash Singh" userId="75c4977ca9f66ea5" providerId="LiveId" clId="{E662B69C-3255-4899-BB94-F0DF42536EA4}" dt="2025-11-02T11:04:35.297" v="44"/>
          <ac:inkMkLst>
            <pc:docMk/>
            <pc:sldMk cId="3896879983" sldId="374"/>
            <ac:inkMk id="43" creationId="{64D0AB80-57A7-EC06-F159-32F561FCE928}"/>
          </ac:inkMkLst>
        </pc:inkChg>
        <pc:inkChg chg="add mod">
          <ac:chgData name="Vikash Singh" userId="75c4977ca9f66ea5" providerId="LiveId" clId="{E662B69C-3255-4899-BB94-F0DF42536EA4}" dt="2025-11-02T11:04:35.297" v="44"/>
          <ac:inkMkLst>
            <pc:docMk/>
            <pc:sldMk cId="3896879983" sldId="374"/>
            <ac:inkMk id="44" creationId="{1FFF6AE4-1FC1-73BC-1AA7-CD6B334FFE7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1:06:32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1:06:43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1:05:16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24575,'1752'0'0,"-1515"-14"133,-41 0-1631,-168 14-5328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11:08:5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vikashsinghy2k/how-to-collect-data-effectively-methods-questionnaire-design-and-data-sources-explained-7c0aa41d0afd" TargetMode="External"/><Relationship Id="rId3" Type="http://schemas.openxmlformats.org/officeDocument/2006/relationships/hyperlink" Target="https://medium.com/@vikashsinghy2k/introduction-to-hypothesis-testing-321cf4c9406e" TargetMode="External"/><Relationship Id="rId7" Type="http://schemas.openxmlformats.org/officeDocument/2006/relationships/hyperlink" Target="https://medium.com/@vikashsinghy2k/complete-guide-to-sampling-methods-random-stratified-systematic-and-cluster-sampling-with-f81eeb07676b" TargetMode="External"/><Relationship Id="rId2" Type="http://schemas.openxmlformats.org/officeDocument/2006/relationships/hyperlink" Target="https://medium.com/@vikashsinghy2k/how-to-perform-a-b-testing-in-python-3f61916b2c9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frequently-asked-hypothesis-testing-questions-for-data-scientist-interviews-part-3-bd524da113cf" TargetMode="External"/><Relationship Id="rId5" Type="http://schemas.openxmlformats.org/officeDocument/2006/relationships/hyperlink" Target="https://medium.com/@vikashsinghy2k/frequently-asked-hypothesis-testing-interview-questions-for-aspiring-data-scientists-part-2-eea00536f423" TargetMode="External"/><Relationship Id="rId10" Type="http://schemas.openxmlformats.org/officeDocument/2006/relationships/hyperlink" Target="https://medium.com/@vikashsinghy2k/step-by-step-guide-to-two-sample-z-test-for-large-samples-population-sd-known-e82f52d29382" TargetMode="External"/><Relationship Id="rId4" Type="http://schemas.openxmlformats.org/officeDocument/2006/relationships/hyperlink" Target="https://medium.com/@vikashsinghy2k/frequently-asked-hypothesis-testing-questions-for-data-scientist-interviews-f4ef4a313a07" TargetMode="External"/><Relationship Id="rId9" Type="http://schemas.openxmlformats.org/officeDocument/2006/relationships/hyperlink" Target="https://medium.com/@vikashsinghy2k/step-by-step-guide-to-normal-binomial-and-poisson-distributions-using-python-4256762fb9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A / B testing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DE7BAF-4DAA-23AA-6F8E-6503937D73BE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A/B testing</a:t>
            </a:r>
          </a:p>
          <a:p>
            <a:r>
              <a:rPr lang="en-US" dirty="0"/>
              <a:t>Confidence interval role in hypothesis testing</a:t>
            </a:r>
          </a:p>
          <a:p>
            <a:r>
              <a:rPr lang="en-US" dirty="0"/>
              <a:t>Concept of p-values in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D8C6-63AE-F6D9-DD04-A61B5A4FADD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the popular use case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50DB4-0FA5-89A3-1876-E857F2CCA6A3}"/>
              </a:ext>
            </a:extLst>
          </p:cNvPr>
          <p:cNvSpPr txBox="1"/>
          <p:nvPr/>
        </p:nvSpPr>
        <p:spPr>
          <a:xfrm>
            <a:off x="362504" y="1363588"/>
            <a:ext cx="11209009" cy="194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Scenario</a:t>
            </a: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Your company has launched a new website design (Version B) and wants to know if it leads to more conversions compared to the old design (Version A).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The Goal: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Use A/B testing to determine if the new design improves the conversion rate.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DF000-F9C9-758A-EED0-5D91CC523239}"/>
              </a:ext>
            </a:extLst>
          </p:cNvPr>
          <p:cNvSpPr txBox="1"/>
          <p:nvPr/>
        </p:nvSpPr>
        <p:spPr>
          <a:xfrm>
            <a:off x="362504" y="3504887"/>
            <a:ext cx="109804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Sample 1 (old design A):</a:t>
            </a:r>
            <a:r>
              <a:rPr lang="en-US" sz="2800" dirty="0"/>
              <a:t> n1=5013, x1=250 conversions</a:t>
            </a:r>
          </a:p>
          <a:p>
            <a:r>
              <a:rPr lang="en-US" sz="2800" b="1" dirty="0"/>
              <a:t>Sample 2 (new design B):</a:t>
            </a:r>
            <a:r>
              <a:rPr lang="en-US" sz="2800" dirty="0"/>
              <a:t> n2=4987, x2=325 conversions</a:t>
            </a:r>
          </a:p>
          <a:p>
            <a:endParaRPr lang="en-US" sz="2800" dirty="0"/>
          </a:p>
          <a:p>
            <a:r>
              <a:rPr lang="en-US" sz="2800" dirty="0"/>
              <a:t>At </a:t>
            </a:r>
            <a:r>
              <a:rPr lang="en-US" sz="2800" b="1" dirty="0"/>
              <a:t>5% level of significance</a:t>
            </a:r>
            <a:r>
              <a:rPr lang="en-US" sz="2800" dirty="0"/>
              <a:t>, test whether there is a </a:t>
            </a:r>
            <a:r>
              <a:rPr lang="en-US" sz="2800" b="1" dirty="0"/>
              <a:t>significant difference</a:t>
            </a:r>
            <a:r>
              <a:rPr lang="en-US" sz="2800" dirty="0"/>
              <a:t> in conversion rates between the two designs. </a:t>
            </a:r>
          </a:p>
          <a:p>
            <a:r>
              <a:rPr lang="en-US" sz="2800" dirty="0"/>
              <a:t>Let’s solve it?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9C6EE6-687A-C0AF-EED4-49FC2347CE60}"/>
                  </a:ext>
                </a:extLst>
              </p14:cNvPr>
              <p14:cNvContentPartPr/>
              <p14:nvPr/>
            </p14:nvContentPartPr>
            <p14:xfrm>
              <a:off x="4640628" y="3706428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9C6EE6-687A-C0AF-EED4-49FC2347CE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34508" y="370030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AAE2A6-D226-770D-7D20-D2EE3DE394BC}"/>
                  </a:ext>
                </a:extLst>
              </p14:cNvPr>
              <p14:cNvContentPartPr/>
              <p14:nvPr/>
            </p14:nvContentPartPr>
            <p14:xfrm>
              <a:off x="6577428" y="449302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AAE2A6-D226-770D-7D20-D2EE3DE39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71308" y="44869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1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8AEB-D127-EF56-9A74-702DE6BB92B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Two proportion test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Google Shape;356;p29" descr="Schematic&#10;&#10;Description automatically generated with medium confidence">
            <a:extLst>
              <a:ext uri="{FF2B5EF4-FFF2-40B4-BE49-F238E27FC236}">
                <a16:creationId xmlns:a16="http://schemas.microsoft.com/office/drawing/2014/main" id="{FE11F064-99B2-D468-71BB-F10D661519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6549" y="2967189"/>
            <a:ext cx="5001079" cy="19599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57;p29">
            <a:extLst>
              <a:ext uri="{FF2B5EF4-FFF2-40B4-BE49-F238E27FC236}">
                <a16:creationId xmlns:a16="http://schemas.microsoft.com/office/drawing/2014/main" id="{190591D4-6674-2379-6E79-92A17DE6586F}"/>
              </a:ext>
            </a:extLst>
          </p:cNvPr>
          <p:cNvSpPr txBox="1"/>
          <p:nvPr/>
        </p:nvSpPr>
        <p:spPr>
          <a:xfrm>
            <a:off x="972457" y="2236055"/>
            <a:ext cx="390879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Statistics</a:t>
            </a:r>
            <a:endParaRPr sz="2400" dirty="0"/>
          </a:p>
        </p:txBody>
      </p:sp>
      <p:sp>
        <p:nvSpPr>
          <p:cNvPr id="5" name="Google Shape;358;p29">
            <a:extLst>
              <a:ext uri="{FF2B5EF4-FFF2-40B4-BE49-F238E27FC236}">
                <a16:creationId xmlns:a16="http://schemas.microsoft.com/office/drawing/2014/main" id="{E554577D-C251-5308-BDCB-07B903DF5B66}"/>
              </a:ext>
            </a:extLst>
          </p:cNvPr>
          <p:cNvSpPr txBox="1"/>
          <p:nvPr/>
        </p:nvSpPr>
        <p:spPr>
          <a:xfrm>
            <a:off x="622299" y="1443366"/>
            <a:ext cx="90213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independent  sample – Large Sample(&gt;=30) 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D0FDC1-71F2-30EE-96C9-7551A3C7F085}"/>
                  </a:ext>
                </a:extLst>
              </p14:cNvPr>
              <p14:cNvContentPartPr/>
              <p14:nvPr/>
            </p14:nvContentPartPr>
            <p14:xfrm>
              <a:off x="5958228" y="1877268"/>
              <a:ext cx="797040" cy="1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D0FDC1-71F2-30EE-96C9-7551A3C7F0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2108" y="1871148"/>
                <a:ext cx="809280" cy="2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253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781799-CD3A-E53A-39C0-C49050C49666}"/>
              </a:ext>
            </a:extLst>
          </p:cNvPr>
          <p:cNvSpPr txBox="1">
            <a:spLocks/>
          </p:cNvSpPr>
          <p:nvPr/>
        </p:nvSpPr>
        <p:spPr>
          <a:xfrm>
            <a:off x="600529" y="1951683"/>
            <a:ext cx="3949700" cy="13872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sample proportions are calculated as: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38A8E-6E25-DFB6-EE1A-5AA48BB6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124" y="1328351"/>
            <a:ext cx="1581233" cy="2473864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9BC5139-7953-E0E4-3360-76C602D8BDBD}"/>
              </a:ext>
            </a:extLst>
          </p:cNvPr>
          <p:cNvSpPr txBox="1">
            <a:spLocks/>
          </p:cNvSpPr>
          <p:nvPr/>
        </p:nvSpPr>
        <p:spPr>
          <a:xfrm>
            <a:off x="447171" y="4745389"/>
            <a:ext cx="3558772" cy="13872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</a:t>
            </a:r>
            <a:r>
              <a:rPr lang="en-US" sz="3200" b="1" dirty="0"/>
              <a:t>pooled proportion p-hat is </a:t>
            </a:r>
            <a:r>
              <a:rPr lang="en-US" sz="3200" dirty="0"/>
              <a:t>calculated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A96DF-02F0-63F4-B7EA-22A9F0A5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372" y="4386204"/>
            <a:ext cx="3437969" cy="15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0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EAC1-A31B-E500-F18E-BA98A4D9ED2C}"/>
              </a:ext>
            </a:extLst>
          </p:cNvPr>
          <p:cNvSpPr txBox="1">
            <a:spLocks/>
          </p:cNvSpPr>
          <p:nvPr/>
        </p:nvSpPr>
        <p:spPr>
          <a:xfrm>
            <a:off x="438704" y="217297"/>
            <a:ext cx="10947399" cy="8712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calculations?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64E6D-63DA-4738-1558-656C616C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076" y="1172007"/>
            <a:ext cx="1581233" cy="2473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E5E650-74C7-9DB6-3595-FE967768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329" y="1447061"/>
            <a:ext cx="3024313" cy="1407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3267E5-408F-AD38-3569-8D1F2BE30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294" y="4344547"/>
            <a:ext cx="5694191" cy="1884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047FC-0F38-ECD8-8729-34477A3E7228}"/>
              </a:ext>
            </a:extLst>
          </p:cNvPr>
          <p:cNvSpPr txBox="1"/>
          <p:nvPr/>
        </p:nvSpPr>
        <p:spPr>
          <a:xfrm>
            <a:off x="3603171" y="3429000"/>
            <a:ext cx="79901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Sample 1 (old design A):</a:t>
            </a:r>
            <a:r>
              <a:rPr lang="en-US" sz="2400" dirty="0"/>
              <a:t> n1=5013, x1=250 conversions</a:t>
            </a:r>
          </a:p>
          <a:p>
            <a:r>
              <a:rPr lang="en-US" sz="2400" b="1" dirty="0"/>
              <a:t>Sample 2 (new </a:t>
            </a:r>
            <a:r>
              <a:rPr lang="en-US" sz="2800" b="1" dirty="0"/>
              <a:t>design</a:t>
            </a:r>
            <a:r>
              <a:rPr lang="en-US" sz="2400" b="1" dirty="0"/>
              <a:t> B):</a:t>
            </a:r>
            <a:r>
              <a:rPr lang="en-US" sz="2400" dirty="0"/>
              <a:t> n2=4987, x2=325 conversions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D48725-D85F-3437-848A-7A96C9A09C52}"/>
                  </a:ext>
                </a:extLst>
              </p14:cNvPr>
              <p14:cNvContentPartPr/>
              <p14:nvPr/>
            </p14:nvContentPartPr>
            <p14:xfrm>
              <a:off x="304788" y="543694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D48725-D85F-3437-848A-7A96C9A09C5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8668" y="54308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0744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551C-994E-EC2D-04B9-CA0F822B59C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conclusion</a:t>
            </a:r>
            <a:endParaRPr lang="en-US" sz="2800" b="1" dirty="0">
              <a:solidFill>
                <a:srgbClr val="D9212B"/>
              </a:solidFill>
              <a:latin typeface="Avenir Next LT Pro" panose="020B0504020202020204" pitchFamily="34" charset="0"/>
              <a:cs typeface="Arial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45317D9-1958-87CF-924F-B2FD0B02ECFD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54202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Calculated Z-value</a:t>
            </a:r>
            <a:r>
              <a:rPr lang="en-US" dirty="0"/>
              <a:t> = </a:t>
            </a:r>
            <a:r>
              <a:rPr lang="en-US" b="1" dirty="0"/>
              <a:t>-3.29</a:t>
            </a:r>
          </a:p>
          <a:p>
            <a:endParaRPr lang="en-US" b="1" dirty="0"/>
          </a:p>
          <a:p>
            <a:r>
              <a:rPr lang="en-US" b="1" dirty="0"/>
              <a:t>Critical Z-value</a:t>
            </a:r>
            <a:r>
              <a:rPr lang="en-US" dirty="0"/>
              <a:t> = </a:t>
            </a:r>
            <a:r>
              <a:rPr lang="en-US" b="1" dirty="0"/>
              <a:t>±1.96</a:t>
            </a:r>
            <a:endParaRPr lang="en-US" dirty="0"/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b="1" dirty="0"/>
              <a:t>∣</a:t>
            </a:r>
            <a:r>
              <a:rPr lang="en-US" b="1" dirty="0" err="1"/>
              <a:t>Zcalculated</a:t>
            </a:r>
            <a:r>
              <a:rPr lang="en-US" b="1" dirty="0"/>
              <a:t>∣=3.29&gt;</a:t>
            </a:r>
            <a:r>
              <a:rPr lang="en-US" b="1" dirty="0" err="1"/>
              <a:t>Zcritical</a:t>
            </a:r>
            <a:r>
              <a:rPr lang="en-US" b="1" dirty="0"/>
              <a:t>=1.96</a:t>
            </a:r>
            <a:r>
              <a:rPr lang="en-US" dirty="0"/>
              <a:t>, we </a:t>
            </a:r>
            <a:r>
              <a:rPr lang="en-US" b="1" dirty="0"/>
              <a:t>reject the null hypothesis H0.</a:t>
            </a:r>
          </a:p>
          <a:p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a statistically significant difference</a:t>
            </a:r>
            <a:r>
              <a:rPr lang="en-US" dirty="0"/>
              <a:t> in the proportion of conversion rate for the two designs. </a:t>
            </a:r>
          </a:p>
          <a:p>
            <a:endParaRPr lang="en-US" dirty="0"/>
          </a:p>
          <a:p>
            <a:r>
              <a:rPr lang="en-US" dirty="0"/>
              <a:t>This suggests that </a:t>
            </a:r>
            <a:r>
              <a:rPr lang="en-US" b="1" dirty="0"/>
              <a:t>website design has an </a:t>
            </a:r>
            <a:r>
              <a:rPr lang="en-US" dirty="0"/>
              <a:t>influence on conversion rates.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0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E6853-27D0-64BA-FDF7-4587857B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4651-1073-E95C-24A8-489B584F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dirty="0"/>
              <a:t>Confidence interval and p-values</a:t>
            </a:r>
          </a:p>
        </p:txBody>
      </p:sp>
    </p:spTree>
    <p:extLst>
      <p:ext uri="{BB962C8B-B14F-4D97-AF65-F5344CB8AC3E}">
        <p14:creationId xmlns:p14="http://schemas.microsoft.com/office/powerpoint/2010/main" val="674751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335B-6165-EFE7-5860-6EF1923A1F2F}"/>
              </a:ext>
            </a:extLst>
          </p:cNvPr>
          <p:cNvSpPr txBox="1">
            <a:spLocks/>
          </p:cNvSpPr>
          <p:nvPr/>
        </p:nvSpPr>
        <p:spPr>
          <a:xfrm>
            <a:off x="1970313" y="217297"/>
            <a:ext cx="8610601" cy="871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Confidence Interval in Hypothesis Testing?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CAF59-B0A3-B1ED-09FD-1C1C5690D1D1}"/>
              </a:ext>
            </a:extLst>
          </p:cNvPr>
          <p:cNvSpPr txBox="1"/>
          <p:nvPr/>
        </p:nvSpPr>
        <p:spPr>
          <a:xfrm>
            <a:off x="438705" y="1472310"/>
            <a:ext cx="1150292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</a:t>
            </a:r>
            <a:r>
              <a:rPr lang="en-US" sz="2800" b="1" dirty="0"/>
              <a:t>confidence interval (CI)</a:t>
            </a:r>
            <a:r>
              <a:rPr lang="en-US" sz="2800" dirty="0"/>
              <a:t> is a range of values that is likely to contain the </a:t>
            </a:r>
            <a:r>
              <a:rPr lang="en-US" sz="2800" b="1" dirty="0"/>
              <a:t>true population parameter</a:t>
            </a:r>
            <a:r>
              <a:rPr lang="en-US" sz="2800" dirty="0"/>
              <a:t> (like the mean or proportion) with a certain level of confidence (typically 95%).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Instead of saying, “The average weight is 70 kg,” we say:</a:t>
            </a:r>
            <a:br>
              <a:rPr lang="en-US" sz="2800" dirty="0"/>
            </a:br>
            <a:r>
              <a:rPr lang="en-US" sz="2800" dirty="0"/>
              <a:t>👉 “We are 95% confident the average weight lies between 67 and 73 kg.”</a:t>
            </a:r>
          </a:p>
          <a:p>
            <a:endParaRPr lang="en-US" sz="2800" dirty="0"/>
          </a:p>
          <a:p>
            <a:r>
              <a:rPr lang="en-US" sz="2800" dirty="0"/>
              <a:t>It provides more information than a point estimate and helps in decision-making — if your hypothesized value (e.g., H₀ mean) falls </a:t>
            </a:r>
            <a:r>
              <a:rPr lang="en-US" sz="2800" b="1" dirty="0"/>
              <a:t>outside</a:t>
            </a:r>
            <a:r>
              <a:rPr lang="en-US" sz="2800" dirty="0"/>
              <a:t> the interval, it’s likely </a:t>
            </a:r>
            <a:r>
              <a:rPr lang="en-US" sz="2800" b="1" dirty="0"/>
              <a:t>not true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553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873A-967D-7143-748E-1A056F6A6E4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Formula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2E770-B676-C033-B1DC-88B43F73D363}"/>
              </a:ext>
            </a:extLst>
          </p:cNvPr>
          <p:cNvSpPr txBox="1"/>
          <p:nvPr/>
        </p:nvSpPr>
        <p:spPr>
          <a:xfrm>
            <a:off x="348343" y="1277035"/>
            <a:ext cx="10605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Z Confidence Interval</a:t>
            </a:r>
            <a:r>
              <a:rPr lang="en-US" sz="2400" dirty="0"/>
              <a:t> (when population standard deviation is known)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255E5-2A03-DE9C-B422-74AF134A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631" y="2238315"/>
            <a:ext cx="3000794" cy="857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6C137F-3C12-EDA9-EC25-3032AE009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1" y="3508215"/>
            <a:ext cx="738290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78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67FCF-D0AE-1914-7BCE-576E39A01ADC}"/>
              </a:ext>
            </a:extLst>
          </p:cNvPr>
          <p:cNvSpPr txBox="1"/>
          <p:nvPr/>
        </p:nvSpPr>
        <p:spPr>
          <a:xfrm>
            <a:off x="348342" y="1277035"/>
            <a:ext cx="10548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/>
              <a:t>t Confidence Interval</a:t>
            </a:r>
            <a:r>
              <a:rPr lang="en-US" sz="2400" dirty="0"/>
              <a:t> (when population standard deviation is unknown)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499CB-A6FE-BAF1-A8AD-0F440C11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45" y="2109740"/>
            <a:ext cx="718285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65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EEC4-DF38-2153-2842-2ACB2C0AF130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Z-Test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498F5-FBAD-7E4E-77C0-580A8B7F598C}"/>
              </a:ext>
            </a:extLst>
          </p:cNvPr>
          <p:cNvSpPr txBox="1"/>
          <p:nvPr/>
        </p:nvSpPr>
        <p:spPr>
          <a:xfrm>
            <a:off x="566057" y="1337493"/>
            <a:ext cx="1061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Problem:</a:t>
            </a:r>
          </a:p>
          <a:p>
            <a:r>
              <a:rPr lang="en-US" sz="2400" dirty="0"/>
              <a:t>A sample of 100 students has an average score of 75. The population standard deviation is 10. Find the </a:t>
            </a:r>
            <a:r>
              <a:rPr lang="en-US" sz="2400" b="1" dirty="0"/>
              <a:t>95% confidence interval</a:t>
            </a:r>
            <a:r>
              <a:rPr lang="en-US" sz="2400" dirty="0"/>
              <a:t> for the true mean.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CE5B2-6458-0C17-41F2-099A8191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20" y="3065629"/>
            <a:ext cx="5996198" cy="17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6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D57E-77DD-2360-2353-8241DD043137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Z-Test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FDDFB-158F-A9FD-BDAD-F9DCF9BE3ED1}"/>
              </a:ext>
            </a:extLst>
          </p:cNvPr>
          <p:cNvSpPr txBox="1"/>
          <p:nvPr/>
        </p:nvSpPr>
        <p:spPr>
          <a:xfrm>
            <a:off x="566057" y="1337493"/>
            <a:ext cx="1061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sample of 100 students has an average score of 75. The population standard deviation is 10. Find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95% confidence interval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the true mean.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5605D-4575-2A95-DEDF-68CA5DA2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6" y="2969319"/>
            <a:ext cx="9988223" cy="31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3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DE17-FA07-C1D4-AB30-E183EB507BF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t-Test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0F61300-9705-7376-BF96-B9F09B4F84EE}"/>
              </a:ext>
            </a:extLst>
          </p:cNvPr>
          <p:cNvSpPr txBox="1">
            <a:spLocks/>
          </p:cNvSpPr>
          <p:nvPr/>
        </p:nvSpPr>
        <p:spPr>
          <a:xfrm>
            <a:off x="622300" y="1160004"/>
            <a:ext cx="10947400" cy="1398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 dirty="0"/>
              <a:t>Problem: </a:t>
            </a:r>
            <a:r>
              <a:rPr lang="en-US" dirty="0"/>
              <a:t>A sample of 16 patients has an average blood pressure of 120. The sample standard deviation is 8. Find the </a:t>
            </a:r>
            <a:r>
              <a:rPr lang="en-US" b="1" dirty="0"/>
              <a:t>95% confidence interval</a:t>
            </a:r>
            <a:r>
              <a:rPr lang="en-US" dirty="0"/>
              <a:t> assuming a t-distribution.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1B50B-A36E-65E4-486C-0D8D6487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10" y="3573625"/>
            <a:ext cx="8707065" cy="2124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E5196-AC4D-0202-B3C5-A287B9FE4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193" y="2589568"/>
            <a:ext cx="2495898" cy="952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D0B5B1-1C8D-BE7B-22DC-83281994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616" y="5884680"/>
            <a:ext cx="4406241" cy="63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5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B118-937A-F957-2725-866D0E15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BE02-2FBB-BE4C-B932-DAC01656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dirty="0"/>
              <a:t>p-values</a:t>
            </a:r>
          </a:p>
        </p:txBody>
      </p:sp>
    </p:spTree>
    <p:extLst>
      <p:ext uri="{BB962C8B-B14F-4D97-AF65-F5344CB8AC3E}">
        <p14:creationId xmlns:p14="http://schemas.microsoft.com/office/powerpoint/2010/main" val="632053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ABA31E-E445-D38D-FB6D-66B19CDD9FAC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3789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p-value</a:t>
            </a:r>
            <a:r>
              <a:rPr lang="en-US" dirty="0"/>
              <a:t> (or probability value) tells us how likely we are to observe the data we have </a:t>
            </a:r>
            <a:r>
              <a:rPr lang="en-US" b="1" dirty="0"/>
              <a:t>if the null hypothesis (H₀) were true</a:t>
            </a:r>
            <a:r>
              <a:rPr lang="en-US" dirty="0"/>
              <a:t>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In simple words:</a:t>
            </a:r>
          </a:p>
          <a:p>
            <a:pPr>
              <a:buNone/>
            </a:pPr>
            <a:r>
              <a:rPr lang="en-US" dirty="0"/>
              <a:t>It measures the </a:t>
            </a:r>
            <a:r>
              <a:rPr lang="en-US" b="1" dirty="0"/>
              <a:t>evidence against H₀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 p-value</a:t>
            </a:r>
            <a:r>
              <a:rPr lang="en-US" dirty="0"/>
              <a:t> → strong evidence against H₀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Large p-value</a:t>
            </a:r>
            <a:r>
              <a:rPr lang="en-US" dirty="0"/>
              <a:t> → weak evidence against </a:t>
            </a: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E38209-83F3-07EC-7D60-CEE1130C3EFA}"/>
              </a:ext>
            </a:extLst>
          </p:cNvPr>
          <p:cNvSpPr txBox="1">
            <a:spLocks/>
          </p:cNvSpPr>
          <p:nvPr/>
        </p:nvSpPr>
        <p:spPr>
          <a:xfrm>
            <a:off x="1284513" y="217297"/>
            <a:ext cx="9669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p-value in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28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9D20-F831-C6F3-4BB5-7CE5957476C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Example: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B55F8-6F0F-8E99-84D6-CD37E22B6474}"/>
              </a:ext>
            </a:extLst>
          </p:cNvPr>
          <p:cNvSpPr txBox="1"/>
          <p:nvPr/>
        </p:nvSpPr>
        <p:spPr>
          <a:xfrm>
            <a:off x="304800" y="1160306"/>
            <a:ext cx="11190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 company claims their average delivery time is </a:t>
            </a:r>
            <a:r>
              <a:rPr lang="en-US" sz="2400" b="1" dirty="0"/>
              <a:t>30 minutes</a:t>
            </a:r>
            <a:r>
              <a:rPr lang="en-US" sz="2400" dirty="0"/>
              <a:t>. You collect data and find the average is </a:t>
            </a:r>
            <a:r>
              <a:rPr lang="en-US" sz="2400" b="1" dirty="0"/>
              <a:t>34 minutes</a:t>
            </a:r>
            <a:r>
              <a:rPr lang="en-US" sz="2400" dirty="0"/>
              <a:t>. After running a hypothesis test, your </a:t>
            </a:r>
            <a:r>
              <a:rPr lang="en-US" sz="2400" b="1" dirty="0"/>
              <a:t>p-value = 0.01</a:t>
            </a:r>
            <a:r>
              <a:rPr lang="en-US" sz="2400" dirty="0"/>
              <a:t>. What does it mean?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DA4AA-677E-8A0E-75F4-258930B46394}"/>
              </a:ext>
            </a:extLst>
          </p:cNvPr>
          <p:cNvSpPr txBox="1"/>
          <p:nvPr/>
        </p:nvSpPr>
        <p:spPr>
          <a:xfrm>
            <a:off x="438705" y="2360635"/>
            <a:ext cx="10653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None/>
            </a:pPr>
            <a:r>
              <a:rPr lang="en-US" sz="2400" dirty="0"/>
              <a:t>Ho: average delivery time = 30 mins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If H₀ (delivery time is 30 mins) were true, there's only a </a:t>
            </a:r>
            <a:r>
              <a:rPr lang="en-US" sz="2400" b="1" dirty="0"/>
              <a:t>1% chance</a:t>
            </a:r>
            <a:r>
              <a:rPr lang="en-US" sz="2400" dirty="0"/>
              <a:t> of getting a result like 34 mins or more extreme.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Now, Since </a:t>
            </a:r>
            <a:r>
              <a:rPr lang="en-US" sz="2400" b="1" dirty="0"/>
              <a:t>p = 0.01 &lt; 0.05</a:t>
            </a:r>
            <a:r>
              <a:rPr lang="en-US" sz="2400" dirty="0"/>
              <a:t>, we </a:t>
            </a:r>
            <a:r>
              <a:rPr lang="en-US" sz="2400" b="1" dirty="0"/>
              <a:t>reject H₀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We conclude that the actual delivery time is </a:t>
            </a:r>
            <a:r>
              <a:rPr lang="en-US" sz="2400" b="1" dirty="0"/>
              <a:t>significantly different</a:t>
            </a:r>
            <a:r>
              <a:rPr lang="en-US" sz="2400" dirty="0"/>
              <a:t> from 30 mins.</a:t>
            </a:r>
          </a:p>
        </p:txBody>
      </p:sp>
    </p:spTree>
    <p:extLst>
      <p:ext uri="{BB962C8B-B14F-4D97-AF65-F5344CB8AC3E}">
        <p14:creationId xmlns:p14="http://schemas.microsoft.com/office/powerpoint/2010/main" val="1233892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9EC2A9-499C-7BDF-586A-7A51248D6BF7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620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Q1. p=0.03 → ?</a:t>
            </a:r>
          </a:p>
          <a:p>
            <a:pPr marL="0" indent="0">
              <a:buNone/>
            </a:pPr>
            <a:r>
              <a:rPr lang="en-US" dirty="0"/>
              <a:t>A) Accept H₀</a:t>
            </a:r>
          </a:p>
          <a:p>
            <a:pPr marL="0" indent="0">
              <a:buNone/>
            </a:pPr>
            <a:r>
              <a:rPr lang="en-US" dirty="0"/>
              <a:t>B) Reject H₀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dirty="0"/>
              <a:t>Q2. CI=(48,52), </a:t>
            </a:r>
            <a:r>
              <a:rPr lang="el-GR" dirty="0"/>
              <a:t>μ₀=53 → ?</a:t>
            </a:r>
          </a:p>
          <a:p>
            <a:pPr marL="0" indent="0">
              <a:buNone/>
            </a:pPr>
            <a:r>
              <a:rPr lang="en-US" dirty="0"/>
              <a:t>A) Reject H₀ when your population or sample mean is outside the CI, reject the null </a:t>
            </a:r>
            <a:r>
              <a:rPr lang="en-US" dirty="0" err="1"/>
              <a:t>hypothesi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B) Accept H₀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Q3) p=0.07, α=0.05 → ?</a:t>
            </a:r>
          </a:p>
          <a:p>
            <a:pPr marL="0" indent="0">
              <a:buNone/>
            </a:pPr>
            <a:r>
              <a:rPr lang="en-US" dirty="0"/>
              <a:t>A) Reject H₀</a:t>
            </a:r>
          </a:p>
          <a:p>
            <a:pPr marL="0" indent="0">
              <a:buNone/>
            </a:pPr>
            <a:r>
              <a:rPr lang="en-US" dirty="0"/>
              <a:t>B) Fail to reject H₀ 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4096E-34F4-2343-B6C5-A1B316266862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237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D91EFF-0483-AD46-E2E2-150BE573D3DF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620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Q1. p=0.03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Accept H₀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Reject H₀ ✅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Q2. CI=(48,52),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μ₀=53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Reject H₀ ✅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Accept H₀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Q3) p=0.07, α=0.05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Reject H₀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Fail to reject H₀ ✅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CB82B2-1344-A576-3F70-4250D88D2AF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22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7AC6-489A-BB67-7BB3-C7AA5D51E938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64C78-5927-960E-3E52-216F73E939B0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4968E-5405-6A4B-D0F2-9313E236408B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A/B testing</a:t>
            </a:r>
          </a:p>
          <a:p>
            <a:r>
              <a:rPr lang="en-US" dirty="0"/>
              <a:t>Confidence interval role in hypothesis testing</a:t>
            </a:r>
          </a:p>
          <a:p>
            <a:r>
              <a:rPr lang="en-US" dirty="0"/>
              <a:t>Concept of p-values in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631312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5F0-F166-25F6-CB6B-5FB525F78AD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7E35-1F84-EE85-BC81-5B04C7BF64A0}"/>
              </a:ext>
            </a:extLst>
          </p:cNvPr>
          <p:cNvSpPr txBox="1">
            <a:spLocks/>
          </p:cNvSpPr>
          <p:nvPr/>
        </p:nvSpPr>
        <p:spPr>
          <a:xfrm>
            <a:off x="301894" y="1015408"/>
            <a:ext cx="11588212" cy="550513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hlinkClick r:id="rId2"/>
              </a:rPr>
              <a:t>How to perform A/B Testing in Python</a:t>
            </a:r>
            <a:endParaRPr lang="en-US" sz="2400" b="1" dirty="0">
              <a:hlinkClick r:id="rId3"/>
            </a:endParaRPr>
          </a:p>
          <a:p>
            <a:endParaRPr lang="en-US" sz="2400" b="1" dirty="0">
              <a:hlinkClick r:id="rId3"/>
            </a:endParaRPr>
          </a:p>
          <a:p>
            <a:r>
              <a:rPr lang="en-US" sz="2400" b="1" dirty="0">
                <a:hlinkClick r:id="rId3"/>
              </a:rPr>
              <a:t>Introduction to Hypothesis Testing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4"/>
              </a:rPr>
              <a:t>Frequently asked hypothesis testing interview questions and answers – part 1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5"/>
              </a:rPr>
              <a:t>Frequently asked hypothesis testing interview questions and answers – part 2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6"/>
              </a:rPr>
              <a:t>Frequently asked hypothesis testing interview questions and answers – part 3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7"/>
              </a:rPr>
              <a:t>Sampling methods guide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8"/>
              </a:rPr>
              <a:t>How to Collect Data Effectively: Methods, Questionnaire Design, and Data Sources Explained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9"/>
              </a:rPr>
              <a:t>Probability Distributions in Python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10"/>
              </a:rPr>
              <a:t>Step-by-Step Guide to Two-Sample Z-Test for Large Samples (Population SD Known)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0262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947</Words>
  <Application>Microsoft Office PowerPoint</Application>
  <PresentationFormat>Widescreen</PresentationFormat>
  <Paragraphs>119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Avenir Next LT Pro</vt:lpstr>
      <vt:lpstr>Calibri</vt:lpstr>
      <vt:lpstr>Montserrat SemiBold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Confidence interval and p-values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p-values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118</cp:revision>
  <dcterms:created xsi:type="dcterms:W3CDTF">2025-07-09T10:39:06Z</dcterms:created>
  <dcterms:modified xsi:type="dcterms:W3CDTF">2026-10-28T11:51:09Z</dcterms:modified>
</cp:coreProperties>
</file>